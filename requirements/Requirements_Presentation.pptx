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Public Sans Medium"/>
      <p:regular r:id="rId25"/>
      <p:bold r:id="rId26"/>
      <p:italic r:id="rId27"/>
      <p:boldItalic r:id="rId28"/>
    </p:embeddedFont>
    <p:embeddedFont>
      <p:font typeface="Public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ublicSansMedium-bold.fntdata"/><Relationship Id="rId25" Type="http://schemas.openxmlformats.org/officeDocument/2006/relationships/font" Target="fonts/PublicSansMedium-regular.fntdata"/><Relationship Id="rId28" Type="http://schemas.openxmlformats.org/officeDocument/2006/relationships/font" Target="fonts/PublicSansMedium-boldItalic.fntdata"/><Relationship Id="rId27" Type="http://schemas.openxmlformats.org/officeDocument/2006/relationships/font" Target="fonts/PublicSansMedium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ublic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ublicSans-italic.fntdata"/><Relationship Id="rId30" Type="http://schemas.openxmlformats.org/officeDocument/2006/relationships/font" Target="fonts/PublicSan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Public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c8808d42c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c8808d42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c8808d42c1_1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c8808d42c1_1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c8808d42c1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c8808d42c1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c8808d42c1_0_7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c8808d42c1_0_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c8808d42c1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c8808d42c1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c8808d42c1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c8808d42c1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c8808d42c1_0_9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c8808d42c1_0_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c8808d42c1_0_9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c8808d42c1_0_9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c8808d42c1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c8808d42c1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c8808d42c1_0_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c8808d42c1_0_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c8808d42c1_0_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c8808d42c1_0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c8808d42c1_1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c8808d42c1_1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c8808d42c1_1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c8808d42c1_1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c8808d42c1_0_1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c8808d42c1_0_1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c8808d42c1_0_1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c8808d42c1_0_1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c8808d42c1_0_10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c8808d42c1_0_1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c8808d42c1_0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c8808d42c1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c8808d42c1_0_9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3c8808d42c1_0_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/>
          <p:nvPr/>
        </p:nvSpPr>
        <p:spPr>
          <a:xfrm>
            <a:off x="228600" y="223500"/>
            <a:ext cx="8686800" cy="46965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8" name="Google Shape;178;p35"/>
          <p:cNvSpPr txBox="1"/>
          <p:nvPr>
            <p:ph type="title"/>
          </p:nvPr>
        </p:nvSpPr>
        <p:spPr>
          <a:xfrm>
            <a:off x="398075" y="365350"/>
            <a:ext cx="7447200" cy="16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5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80" name="Google Shape;180;p35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81" name="Google Shape;181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 &amp; Content">
  <p:cSld name="CUSTOM_13">
    <p:bg>
      <p:bgPr>
        <a:solidFill>
          <a:schemeClr val="dk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/>
          <p:nvPr/>
        </p:nvSpPr>
        <p:spPr>
          <a:xfrm>
            <a:off x="22845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4" name="Google Shape;184;p36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5" name="Google Shape;185;p36"/>
          <p:cNvSpPr txBox="1"/>
          <p:nvPr>
            <p:ph type="title"/>
          </p:nvPr>
        </p:nvSpPr>
        <p:spPr>
          <a:xfrm>
            <a:off x="571350" y="371077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6" name="Google Shape;186;p36"/>
          <p:cNvSpPr txBox="1"/>
          <p:nvPr>
            <p:ph idx="2" type="body"/>
          </p:nvPr>
        </p:nvSpPr>
        <p:spPr>
          <a:xfrm>
            <a:off x="571350" y="620025"/>
            <a:ext cx="60606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87" name="Google Shape;187;p36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 type="tx">
  <p:cSld name="TITLE_AND_BODY">
    <p:bg>
      <p:bgPr>
        <a:solidFill>
          <a:schemeClr val="dk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7"/>
          <p:cNvSpPr/>
          <p:nvPr/>
        </p:nvSpPr>
        <p:spPr>
          <a:xfrm>
            <a:off x="22845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90" name="Google Shape;190;p37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1" name="Google Shape;191;p37"/>
          <p:cNvSpPr txBox="1"/>
          <p:nvPr>
            <p:ph type="title"/>
          </p:nvPr>
        </p:nvSpPr>
        <p:spPr>
          <a:xfrm>
            <a:off x="571350" y="371077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92" name="Google Shape;192;p37"/>
          <p:cNvSpPr txBox="1"/>
          <p:nvPr>
            <p:ph idx="2" type="body"/>
          </p:nvPr>
        </p:nvSpPr>
        <p:spPr>
          <a:xfrm>
            <a:off x="396725" y="620025"/>
            <a:ext cx="55821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93" name="Google Shape;193;p37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nded Audience" type="twoColTx">
  <p:cSld name="TITLE_AND_TWO_COLUMNS">
    <p:bg>
      <p:bgPr>
        <a:solidFill>
          <a:schemeClr val="dk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8"/>
          <p:cNvSpPr/>
          <p:nvPr/>
        </p:nvSpPr>
        <p:spPr>
          <a:xfrm>
            <a:off x="22860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96" name="Google Shape;196;p38"/>
          <p:cNvSpPr txBox="1"/>
          <p:nvPr>
            <p:ph type="title"/>
          </p:nvPr>
        </p:nvSpPr>
        <p:spPr>
          <a:xfrm>
            <a:off x="396875" y="3950225"/>
            <a:ext cx="72279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97" name="Google Shape;197;p38"/>
          <p:cNvSpPr txBox="1"/>
          <p:nvPr>
            <p:ph idx="1" type="body"/>
          </p:nvPr>
        </p:nvSpPr>
        <p:spPr>
          <a:xfrm>
            <a:off x="228600" y="4707300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8" name="Google Shape;198;p38"/>
          <p:cNvSpPr/>
          <p:nvPr>
            <p:ph idx="2" type="pic"/>
          </p:nvPr>
        </p:nvSpPr>
        <p:spPr>
          <a:xfrm>
            <a:off x="396875" y="644975"/>
            <a:ext cx="2685600" cy="213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9" name="Google Shape;199;p38"/>
          <p:cNvSpPr/>
          <p:nvPr>
            <p:ph idx="3" type="pic"/>
          </p:nvPr>
        </p:nvSpPr>
        <p:spPr>
          <a:xfrm>
            <a:off x="3243990" y="644975"/>
            <a:ext cx="2685600" cy="213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0" name="Google Shape;200;p38"/>
          <p:cNvSpPr/>
          <p:nvPr>
            <p:ph idx="4" type="pic"/>
          </p:nvPr>
        </p:nvSpPr>
        <p:spPr>
          <a:xfrm>
            <a:off x="6091104" y="644975"/>
            <a:ext cx="2685600" cy="213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1" name="Google Shape;201;p38"/>
          <p:cNvSpPr txBox="1"/>
          <p:nvPr>
            <p:ph idx="5" type="title"/>
          </p:nvPr>
        </p:nvSpPr>
        <p:spPr>
          <a:xfrm>
            <a:off x="770225" y="2837950"/>
            <a:ext cx="19389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8"/>
          <p:cNvSpPr txBox="1"/>
          <p:nvPr>
            <p:ph idx="6" type="title"/>
          </p:nvPr>
        </p:nvSpPr>
        <p:spPr>
          <a:xfrm>
            <a:off x="3602700" y="2837950"/>
            <a:ext cx="19389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8"/>
          <p:cNvSpPr txBox="1"/>
          <p:nvPr>
            <p:ph idx="7" type="title"/>
          </p:nvPr>
        </p:nvSpPr>
        <p:spPr>
          <a:xfrm>
            <a:off x="6464454" y="2837950"/>
            <a:ext cx="19389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8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1" type="titleOnly">
  <p:cSld name="TITLE_ONLY"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9"/>
          <p:cNvSpPr/>
          <p:nvPr/>
        </p:nvSpPr>
        <p:spPr>
          <a:xfrm>
            <a:off x="228600" y="223500"/>
            <a:ext cx="86871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07" name="Google Shape;207;p39"/>
          <p:cNvSpPr/>
          <p:nvPr/>
        </p:nvSpPr>
        <p:spPr>
          <a:xfrm>
            <a:off x="228600" y="223500"/>
            <a:ext cx="78003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08" name="Google Shape;208;p39"/>
          <p:cNvSpPr/>
          <p:nvPr/>
        </p:nvSpPr>
        <p:spPr>
          <a:xfrm>
            <a:off x="228600" y="223500"/>
            <a:ext cx="6842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09" name="Google Shape;209;p39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9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211" name="Google Shape;211;p39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2" name="Google Shape;212;p39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2">
  <p:cSld name="CUSTOM_11">
    <p:bg>
      <p:bgPr>
        <a:solidFill>
          <a:schemeClr val="dk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0"/>
          <p:cNvSpPr/>
          <p:nvPr/>
        </p:nvSpPr>
        <p:spPr>
          <a:xfrm>
            <a:off x="228600" y="223500"/>
            <a:ext cx="86871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5" name="Google Shape;215;p40"/>
          <p:cNvSpPr/>
          <p:nvPr/>
        </p:nvSpPr>
        <p:spPr>
          <a:xfrm>
            <a:off x="228600" y="223500"/>
            <a:ext cx="78003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6" name="Google Shape;216;p40"/>
          <p:cNvSpPr/>
          <p:nvPr/>
        </p:nvSpPr>
        <p:spPr>
          <a:xfrm>
            <a:off x="228600" y="223500"/>
            <a:ext cx="68427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7" name="Google Shape;217;p40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40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219" name="Google Shape;219;p40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0" name="Google Shape;220;p40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3">
  <p:cSld name="CUSTOM_12">
    <p:bg>
      <p:bgPr>
        <a:solidFill>
          <a:schemeClr val="dk1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1"/>
          <p:cNvSpPr/>
          <p:nvPr/>
        </p:nvSpPr>
        <p:spPr>
          <a:xfrm>
            <a:off x="228600" y="223500"/>
            <a:ext cx="86871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3" name="Google Shape;223;p41"/>
          <p:cNvSpPr/>
          <p:nvPr/>
        </p:nvSpPr>
        <p:spPr>
          <a:xfrm>
            <a:off x="228600" y="223500"/>
            <a:ext cx="78003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4" name="Google Shape;224;p41"/>
          <p:cNvSpPr/>
          <p:nvPr/>
        </p:nvSpPr>
        <p:spPr>
          <a:xfrm>
            <a:off x="228600" y="223500"/>
            <a:ext cx="6842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5" name="Google Shape;225;p41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41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227" name="Google Shape;227;p41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" name="Google Shape;228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lvl="1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lvl="2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lvl="3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lvl="4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lvl="5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lvl="6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lvl="7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lvl="8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41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ny Overview">
  <p:cSld name="ONE_COLUMN_TEXT">
    <p:bg>
      <p:bgPr>
        <a:solidFill>
          <a:schemeClr val="dk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2"/>
          <p:cNvSpPr/>
          <p:nvPr/>
        </p:nvSpPr>
        <p:spPr>
          <a:xfrm>
            <a:off x="3899425" y="223500"/>
            <a:ext cx="50160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2" name="Google Shape;232;p42"/>
          <p:cNvSpPr/>
          <p:nvPr>
            <p:ph idx="2" type="pic"/>
          </p:nvPr>
        </p:nvSpPr>
        <p:spPr>
          <a:xfrm>
            <a:off x="228600" y="223500"/>
            <a:ext cx="3547800" cy="3302100"/>
          </a:xfrm>
          <a:prstGeom prst="roundRect">
            <a:avLst>
              <a:gd fmla="val 9186" name="adj"/>
            </a:avLst>
          </a:prstGeom>
          <a:noFill/>
          <a:ln>
            <a:noFill/>
          </a:ln>
        </p:spPr>
      </p:sp>
      <p:sp>
        <p:nvSpPr>
          <p:cNvPr id="233" name="Google Shape;233;p42"/>
          <p:cNvSpPr txBox="1"/>
          <p:nvPr>
            <p:ph idx="1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4" name="Google Shape;234;p42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5" name="Google Shape;235;p42"/>
          <p:cNvSpPr txBox="1"/>
          <p:nvPr>
            <p:ph type="title"/>
          </p:nvPr>
        </p:nvSpPr>
        <p:spPr>
          <a:xfrm>
            <a:off x="4024125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42"/>
          <p:cNvSpPr txBox="1"/>
          <p:nvPr>
            <p:ph idx="4" type="body"/>
          </p:nvPr>
        </p:nvSpPr>
        <p:spPr>
          <a:xfrm>
            <a:off x="4024125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7" name="Google Shape;237;p42"/>
          <p:cNvSpPr txBox="1"/>
          <p:nvPr>
            <p:ph idx="5" type="title"/>
          </p:nvPr>
        </p:nvSpPr>
        <p:spPr>
          <a:xfrm>
            <a:off x="6588700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42"/>
          <p:cNvSpPr txBox="1"/>
          <p:nvPr>
            <p:ph idx="6" type="body"/>
          </p:nvPr>
        </p:nvSpPr>
        <p:spPr>
          <a:xfrm>
            <a:off x="6588700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9" name="Google Shape;239;p42"/>
          <p:cNvSpPr txBox="1"/>
          <p:nvPr>
            <p:ph idx="7" type="title"/>
          </p:nvPr>
        </p:nvSpPr>
        <p:spPr>
          <a:xfrm>
            <a:off x="4024138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42"/>
          <p:cNvSpPr txBox="1"/>
          <p:nvPr>
            <p:ph idx="8" type="body"/>
          </p:nvPr>
        </p:nvSpPr>
        <p:spPr>
          <a:xfrm>
            <a:off x="4024138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1" name="Google Shape;241;p42"/>
          <p:cNvSpPr txBox="1"/>
          <p:nvPr>
            <p:ph idx="9" type="title"/>
          </p:nvPr>
        </p:nvSpPr>
        <p:spPr>
          <a:xfrm>
            <a:off x="6588713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42"/>
          <p:cNvSpPr txBox="1"/>
          <p:nvPr>
            <p:ph idx="13" type="body"/>
          </p:nvPr>
        </p:nvSpPr>
        <p:spPr>
          <a:xfrm>
            <a:off x="6588713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3" name="Google Shape;243;p42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&amp; Outcomes">
  <p:cSld name="MAIN_POINT">
    <p:bg>
      <p:bgPr>
        <a:solidFill>
          <a:schemeClr val="dk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6" name="Google Shape;246;p43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7" name="Google Shape;247;p43"/>
          <p:cNvSpPr txBox="1"/>
          <p:nvPr>
            <p:ph idx="2" type="subTitle"/>
          </p:nvPr>
        </p:nvSpPr>
        <p:spPr>
          <a:xfrm>
            <a:off x="538050" y="396875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3"/>
          <p:cNvSpPr txBox="1"/>
          <p:nvPr>
            <p:ph idx="3" type="body"/>
          </p:nvPr>
        </p:nvSpPr>
        <p:spPr>
          <a:xfrm>
            <a:off x="538050" y="69375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9" name="Google Shape;249;p43"/>
          <p:cNvSpPr txBox="1"/>
          <p:nvPr>
            <p:ph type="title"/>
          </p:nvPr>
        </p:nvSpPr>
        <p:spPr>
          <a:xfrm>
            <a:off x="393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0" name="Google Shape;250;p43"/>
          <p:cNvSpPr txBox="1"/>
          <p:nvPr>
            <p:ph idx="4" type="subTitle"/>
          </p:nvPr>
        </p:nvSpPr>
        <p:spPr>
          <a:xfrm>
            <a:off x="538050" y="1224478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43"/>
          <p:cNvSpPr txBox="1"/>
          <p:nvPr>
            <p:ph idx="5" type="body"/>
          </p:nvPr>
        </p:nvSpPr>
        <p:spPr>
          <a:xfrm>
            <a:off x="538050" y="1521355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2" name="Google Shape;252;p43"/>
          <p:cNvSpPr txBox="1"/>
          <p:nvPr>
            <p:ph idx="6" type="subTitle"/>
          </p:nvPr>
        </p:nvSpPr>
        <p:spPr>
          <a:xfrm>
            <a:off x="538050" y="2130802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43"/>
          <p:cNvSpPr txBox="1"/>
          <p:nvPr>
            <p:ph idx="7" type="body"/>
          </p:nvPr>
        </p:nvSpPr>
        <p:spPr>
          <a:xfrm>
            <a:off x="538050" y="242767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4" name="Google Shape;254;p43"/>
          <p:cNvSpPr txBox="1"/>
          <p:nvPr>
            <p:ph idx="8" type="subTitle"/>
          </p:nvPr>
        </p:nvSpPr>
        <p:spPr>
          <a:xfrm>
            <a:off x="538050" y="3037130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43"/>
          <p:cNvSpPr txBox="1"/>
          <p:nvPr>
            <p:ph idx="9" type="body"/>
          </p:nvPr>
        </p:nvSpPr>
        <p:spPr>
          <a:xfrm>
            <a:off x="538050" y="3334000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6" name="Google Shape;256;p43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7" name="Google Shape;257;p43"/>
          <p:cNvSpPr txBox="1"/>
          <p:nvPr>
            <p:ph idx="13" type="body"/>
          </p:nvPr>
        </p:nvSpPr>
        <p:spPr>
          <a:xfrm>
            <a:off x="4982950" y="69375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8" name="Google Shape;258;p43"/>
          <p:cNvSpPr txBox="1"/>
          <p:nvPr>
            <p:ph idx="14" type="title"/>
          </p:nvPr>
        </p:nvSpPr>
        <p:spPr>
          <a:xfrm>
            <a:off x="4798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9" name="Google Shape;259;p43"/>
          <p:cNvSpPr txBox="1"/>
          <p:nvPr>
            <p:ph idx="15" type="subTitle"/>
          </p:nvPr>
        </p:nvSpPr>
        <p:spPr>
          <a:xfrm>
            <a:off x="4982950" y="1224478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43"/>
          <p:cNvSpPr txBox="1"/>
          <p:nvPr>
            <p:ph idx="16" type="body"/>
          </p:nvPr>
        </p:nvSpPr>
        <p:spPr>
          <a:xfrm>
            <a:off x="4982950" y="1521354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1" name="Google Shape;261;p43"/>
          <p:cNvSpPr txBox="1"/>
          <p:nvPr>
            <p:ph idx="17" type="subTitle"/>
          </p:nvPr>
        </p:nvSpPr>
        <p:spPr>
          <a:xfrm>
            <a:off x="4982950" y="2130801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43"/>
          <p:cNvSpPr txBox="1"/>
          <p:nvPr>
            <p:ph idx="18" type="body"/>
          </p:nvPr>
        </p:nvSpPr>
        <p:spPr>
          <a:xfrm>
            <a:off x="4982950" y="2427670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3" name="Google Shape;263;p43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4" name="Google Shape;264;p43"/>
          <p:cNvSpPr txBox="1"/>
          <p:nvPr>
            <p:ph idx="19" type="subTitle"/>
          </p:nvPr>
        </p:nvSpPr>
        <p:spPr>
          <a:xfrm>
            <a:off x="4982950" y="3037129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43"/>
          <p:cNvSpPr txBox="1"/>
          <p:nvPr>
            <p:ph idx="20" type="body"/>
          </p:nvPr>
        </p:nvSpPr>
        <p:spPr>
          <a:xfrm>
            <a:off x="4982950" y="3333998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43"/>
          <p:cNvSpPr txBox="1"/>
          <p:nvPr>
            <p:ph idx="21" type="subTitle"/>
          </p:nvPr>
        </p:nvSpPr>
        <p:spPr>
          <a:xfrm>
            <a:off x="4982950" y="396875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w We Work">
  <p:cSld name="SECTION_TITLE_AND_DESCRIPTION">
    <p:bg>
      <p:bgPr>
        <a:solidFill>
          <a:schemeClr val="dk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/>
          <p:nvPr/>
        </p:nvSpPr>
        <p:spPr>
          <a:xfrm>
            <a:off x="226275" y="223500"/>
            <a:ext cx="2816100" cy="1171500"/>
          </a:xfrm>
          <a:prstGeom prst="roundRect">
            <a:avLst>
              <a:gd fmla="val 248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9" name="Google Shape;269;p44"/>
          <p:cNvSpPr/>
          <p:nvPr/>
        </p:nvSpPr>
        <p:spPr>
          <a:xfrm>
            <a:off x="3165850" y="223500"/>
            <a:ext cx="2813700" cy="3706800"/>
          </a:xfrm>
          <a:prstGeom prst="roundRect">
            <a:avLst>
              <a:gd fmla="val 1413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0" name="Google Shape;270;p44"/>
          <p:cNvSpPr/>
          <p:nvPr>
            <p:ph idx="2" type="pic"/>
          </p:nvPr>
        </p:nvSpPr>
        <p:spPr>
          <a:xfrm>
            <a:off x="228675" y="1535050"/>
            <a:ext cx="2813700" cy="2395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71" name="Google Shape;271;p44"/>
          <p:cNvSpPr/>
          <p:nvPr/>
        </p:nvSpPr>
        <p:spPr>
          <a:xfrm>
            <a:off x="6103025" y="2763825"/>
            <a:ext cx="2816100" cy="1171500"/>
          </a:xfrm>
          <a:prstGeom prst="roundRect">
            <a:avLst>
              <a:gd fmla="val 248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2" name="Google Shape;272;p44"/>
          <p:cNvSpPr/>
          <p:nvPr>
            <p:ph idx="3" type="pic"/>
          </p:nvPr>
        </p:nvSpPr>
        <p:spPr>
          <a:xfrm>
            <a:off x="6105350" y="223500"/>
            <a:ext cx="2813700" cy="2395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73" name="Google Shape;273;p44"/>
          <p:cNvSpPr txBox="1"/>
          <p:nvPr>
            <p:ph idx="1" type="subTitle"/>
          </p:nvPr>
        </p:nvSpPr>
        <p:spPr>
          <a:xfrm>
            <a:off x="210100" y="4062125"/>
            <a:ext cx="4860600" cy="64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4" name="Google Shape;274;p44"/>
          <p:cNvSpPr txBox="1"/>
          <p:nvPr>
            <p:ph idx="4" type="subTitle"/>
          </p:nvPr>
        </p:nvSpPr>
        <p:spPr>
          <a:xfrm>
            <a:off x="415725" y="291000"/>
            <a:ext cx="2437200" cy="103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44"/>
          <p:cNvSpPr txBox="1"/>
          <p:nvPr>
            <p:ph idx="5" type="subTitle"/>
          </p:nvPr>
        </p:nvSpPr>
        <p:spPr>
          <a:xfrm>
            <a:off x="6292475" y="2831325"/>
            <a:ext cx="2437200" cy="103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44"/>
          <p:cNvSpPr txBox="1"/>
          <p:nvPr>
            <p:ph type="title"/>
          </p:nvPr>
        </p:nvSpPr>
        <p:spPr>
          <a:xfrm>
            <a:off x="3357469" y="375900"/>
            <a:ext cx="2492700" cy="10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77" name="Google Shape;277;p44"/>
          <p:cNvSpPr txBox="1"/>
          <p:nvPr>
            <p:ph idx="6" type="body"/>
          </p:nvPr>
        </p:nvSpPr>
        <p:spPr>
          <a:xfrm>
            <a:off x="3321050" y="1395000"/>
            <a:ext cx="2384400" cy="23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8" name="Google Shape;278;p44"/>
          <p:cNvSpPr txBox="1"/>
          <p:nvPr>
            <p:ph idx="7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9" name="Google Shape;279;p44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APTION_ONLY">
    <p:bg>
      <p:bgPr>
        <a:solidFill>
          <a:schemeClr val="dk1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5"/>
          <p:cNvSpPr txBox="1"/>
          <p:nvPr>
            <p:ph idx="1" type="subTitle"/>
          </p:nvPr>
        </p:nvSpPr>
        <p:spPr>
          <a:xfrm>
            <a:off x="228600" y="3858425"/>
            <a:ext cx="2202600" cy="84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2" name="Google Shape;282;p45"/>
          <p:cNvSpPr/>
          <p:nvPr>
            <p:ph idx="2" type="pic"/>
          </p:nvPr>
        </p:nvSpPr>
        <p:spPr>
          <a:xfrm>
            <a:off x="3351555" y="17747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3" name="Google Shape;283;p45"/>
          <p:cNvSpPr/>
          <p:nvPr>
            <p:ph idx="3" type="pic"/>
          </p:nvPr>
        </p:nvSpPr>
        <p:spPr>
          <a:xfrm>
            <a:off x="4641661" y="17747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4" name="Google Shape;284;p45"/>
          <p:cNvSpPr/>
          <p:nvPr>
            <p:ph idx="4" type="pic"/>
          </p:nvPr>
        </p:nvSpPr>
        <p:spPr>
          <a:xfrm>
            <a:off x="2061450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5" name="Google Shape;285;p45"/>
          <p:cNvSpPr/>
          <p:nvPr>
            <p:ph idx="5" type="pic"/>
          </p:nvPr>
        </p:nvSpPr>
        <p:spPr>
          <a:xfrm>
            <a:off x="3351555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6" name="Google Shape;286;p45"/>
          <p:cNvSpPr/>
          <p:nvPr>
            <p:ph idx="6" type="pic"/>
          </p:nvPr>
        </p:nvSpPr>
        <p:spPr>
          <a:xfrm>
            <a:off x="4641661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7" name="Google Shape;287;p45"/>
          <p:cNvSpPr/>
          <p:nvPr>
            <p:ph idx="7" type="pic"/>
          </p:nvPr>
        </p:nvSpPr>
        <p:spPr>
          <a:xfrm>
            <a:off x="5931766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8" name="Google Shape;288;p45"/>
          <p:cNvSpPr txBox="1"/>
          <p:nvPr>
            <p:ph idx="8" type="body"/>
          </p:nvPr>
        </p:nvSpPr>
        <p:spPr>
          <a:xfrm>
            <a:off x="3351550" y="1328275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9" name="Google Shape;289;p45"/>
          <p:cNvSpPr txBox="1"/>
          <p:nvPr>
            <p:ph idx="9" type="body"/>
          </p:nvPr>
        </p:nvSpPr>
        <p:spPr>
          <a:xfrm>
            <a:off x="4641650" y="1328275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p45"/>
          <p:cNvSpPr txBox="1"/>
          <p:nvPr>
            <p:ph idx="13" type="body"/>
          </p:nvPr>
        </p:nvSpPr>
        <p:spPr>
          <a:xfrm>
            <a:off x="2061425" y="297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1" name="Google Shape;291;p45"/>
          <p:cNvSpPr txBox="1"/>
          <p:nvPr>
            <p:ph idx="14" type="body"/>
          </p:nvPr>
        </p:nvSpPr>
        <p:spPr>
          <a:xfrm>
            <a:off x="3351525" y="297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2" name="Google Shape;292;p45"/>
          <p:cNvSpPr txBox="1"/>
          <p:nvPr>
            <p:ph idx="15" type="body"/>
          </p:nvPr>
        </p:nvSpPr>
        <p:spPr>
          <a:xfrm>
            <a:off x="4641650" y="296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3" name="Google Shape;293;p45"/>
          <p:cNvSpPr txBox="1"/>
          <p:nvPr>
            <p:ph idx="16" type="body"/>
          </p:nvPr>
        </p:nvSpPr>
        <p:spPr>
          <a:xfrm>
            <a:off x="5931775" y="296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4" name="Google Shape;294;p45"/>
          <p:cNvSpPr/>
          <p:nvPr>
            <p:ph idx="17" type="pic"/>
          </p:nvPr>
        </p:nvSpPr>
        <p:spPr>
          <a:xfrm>
            <a:off x="2706505" y="346891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5" name="Google Shape;295;p45"/>
          <p:cNvSpPr/>
          <p:nvPr>
            <p:ph idx="18" type="pic"/>
          </p:nvPr>
        </p:nvSpPr>
        <p:spPr>
          <a:xfrm>
            <a:off x="3996611" y="346891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6" name="Google Shape;296;p45"/>
          <p:cNvSpPr/>
          <p:nvPr>
            <p:ph idx="19" type="pic"/>
          </p:nvPr>
        </p:nvSpPr>
        <p:spPr>
          <a:xfrm>
            <a:off x="5286716" y="346891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7" name="Google Shape;297;p45"/>
          <p:cNvSpPr txBox="1"/>
          <p:nvPr>
            <p:ph idx="20" type="body"/>
          </p:nvPr>
        </p:nvSpPr>
        <p:spPr>
          <a:xfrm>
            <a:off x="2706475" y="4629713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8" name="Google Shape;298;p45"/>
          <p:cNvSpPr txBox="1"/>
          <p:nvPr>
            <p:ph idx="21" type="body"/>
          </p:nvPr>
        </p:nvSpPr>
        <p:spPr>
          <a:xfrm>
            <a:off x="3996600" y="4619713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9" name="Google Shape;299;p45"/>
          <p:cNvSpPr txBox="1"/>
          <p:nvPr>
            <p:ph idx="22" type="body"/>
          </p:nvPr>
        </p:nvSpPr>
        <p:spPr>
          <a:xfrm>
            <a:off x="5286725" y="4619713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0" name="Google Shape;300;p45"/>
          <p:cNvSpPr txBox="1"/>
          <p:nvPr>
            <p:ph idx="2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1" name="Google Shape;301;p45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le Overview">
  <p:cSld name="BIG_NUMBER">
    <p:bg>
      <p:bgPr>
        <a:solidFill>
          <a:schemeClr val="dk1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6"/>
          <p:cNvSpPr/>
          <p:nvPr/>
        </p:nvSpPr>
        <p:spPr>
          <a:xfrm>
            <a:off x="2286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04" name="Google Shape;304;p46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5" name="Google Shape;305;p46"/>
          <p:cNvSpPr txBox="1"/>
          <p:nvPr>
            <p:ph idx="2" type="body"/>
          </p:nvPr>
        </p:nvSpPr>
        <p:spPr>
          <a:xfrm>
            <a:off x="5373925" y="3376450"/>
            <a:ext cx="3541500" cy="10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46"/>
          <p:cNvSpPr txBox="1"/>
          <p:nvPr>
            <p:ph idx="3" type="body"/>
          </p:nvPr>
        </p:nvSpPr>
        <p:spPr>
          <a:xfrm>
            <a:off x="2801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7" name="Google Shape;307;p46"/>
          <p:cNvSpPr/>
          <p:nvPr/>
        </p:nvSpPr>
        <p:spPr>
          <a:xfrm>
            <a:off x="24311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08" name="Google Shape;308;p46"/>
          <p:cNvSpPr txBox="1"/>
          <p:nvPr>
            <p:ph idx="4" type="body"/>
          </p:nvPr>
        </p:nvSpPr>
        <p:spPr>
          <a:xfrm>
            <a:off x="24826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9" name="Google Shape;309;p46"/>
          <p:cNvSpPr/>
          <p:nvPr/>
        </p:nvSpPr>
        <p:spPr>
          <a:xfrm>
            <a:off x="46336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10" name="Google Shape;310;p46"/>
          <p:cNvSpPr txBox="1"/>
          <p:nvPr>
            <p:ph idx="5" type="body"/>
          </p:nvPr>
        </p:nvSpPr>
        <p:spPr>
          <a:xfrm>
            <a:off x="46851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1" name="Google Shape;311;p46"/>
          <p:cNvSpPr/>
          <p:nvPr/>
        </p:nvSpPr>
        <p:spPr>
          <a:xfrm>
            <a:off x="68361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12" name="Google Shape;312;p46"/>
          <p:cNvSpPr txBox="1"/>
          <p:nvPr>
            <p:ph idx="6" type="body"/>
          </p:nvPr>
        </p:nvSpPr>
        <p:spPr>
          <a:xfrm>
            <a:off x="68876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3" name="Google Shape;313;p46"/>
          <p:cNvSpPr txBox="1"/>
          <p:nvPr>
            <p:ph idx="7" type="subTitle"/>
          </p:nvPr>
        </p:nvSpPr>
        <p:spPr>
          <a:xfrm>
            <a:off x="2801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46"/>
          <p:cNvSpPr txBox="1"/>
          <p:nvPr>
            <p:ph idx="8" type="subTitle"/>
          </p:nvPr>
        </p:nvSpPr>
        <p:spPr>
          <a:xfrm>
            <a:off x="24826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46"/>
          <p:cNvSpPr txBox="1"/>
          <p:nvPr>
            <p:ph idx="9" type="subTitle"/>
          </p:nvPr>
        </p:nvSpPr>
        <p:spPr>
          <a:xfrm>
            <a:off x="46851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46"/>
          <p:cNvSpPr txBox="1"/>
          <p:nvPr>
            <p:ph idx="13" type="subTitle"/>
          </p:nvPr>
        </p:nvSpPr>
        <p:spPr>
          <a:xfrm>
            <a:off x="68876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46"/>
          <p:cNvSpPr txBox="1"/>
          <p:nvPr>
            <p:ph idx="14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8" name="Google Shape;318;p46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Rules" type="blank">
  <p:cSld name="BLANK">
    <p:bg>
      <p:bgPr>
        <a:solidFill>
          <a:schemeClr val="dk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7"/>
          <p:cNvSpPr txBox="1"/>
          <p:nvPr>
            <p:ph idx="1" type="body"/>
          </p:nvPr>
        </p:nvSpPr>
        <p:spPr>
          <a:xfrm>
            <a:off x="228600" y="223500"/>
            <a:ext cx="4280700" cy="14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1" name="Google Shape;321;p47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2" name="Google Shape;322;p47"/>
          <p:cNvSpPr txBox="1"/>
          <p:nvPr>
            <p:ph idx="3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3" name="Google Shape;323;p47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24" name="Google Shape;324;p47"/>
          <p:cNvSpPr txBox="1"/>
          <p:nvPr>
            <p:ph idx="4" type="subTitle"/>
          </p:nvPr>
        </p:nvSpPr>
        <p:spPr>
          <a:xfrm>
            <a:off x="4849425" y="1251515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47"/>
          <p:cNvSpPr txBox="1"/>
          <p:nvPr>
            <p:ph idx="5" type="body"/>
          </p:nvPr>
        </p:nvSpPr>
        <p:spPr>
          <a:xfrm>
            <a:off x="4849488" y="1548391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6" name="Google Shape;326;p47"/>
          <p:cNvSpPr txBox="1"/>
          <p:nvPr>
            <p:ph idx="6" type="subTitle"/>
          </p:nvPr>
        </p:nvSpPr>
        <p:spPr>
          <a:xfrm>
            <a:off x="4849425" y="2052387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47"/>
          <p:cNvSpPr txBox="1"/>
          <p:nvPr>
            <p:ph idx="7" type="body"/>
          </p:nvPr>
        </p:nvSpPr>
        <p:spPr>
          <a:xfrm>
            <a:off x="4849488" y="2349257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8" name="Google Shape;328;p47"/>
          <p:cNvSpPr txBox="1"/>
          <p:nvPr>
            <p:ph idx="8" type="subTitle"/>
          </p:nvPr>
        </p:nvSpPr>
        <p:spPr>
          <a:xfrm>
            <a:off x="4849425" y="2859065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47"/>
          <p:cNvSpPr txBox="1"/>
          <p:nvPr>
            <p:ph idx="9" type="body"/>
          </p:nvPr>
        </p:nvSpPr>
        <p:spPr>
          <a:xfrm>
            <a:off x="4849488" y="3155934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0" name="Google Shape;330;p47"/>
          <p:cNvSpPr txBox="1"/>
          <p:nvPr>
            <p:ph idx="13" type="subTitle"/>
          </p:nvPr>
        </p:nvSpPr>
        <p:spPr>
          <a:xfrm>
            <a:off x="4849425" y="3747093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7"/>
          <p:cNvSpPr txBox="1"/>
          <p:nvPr>
            <p:ph idx="14" type="body"/>
          </p:nvPr>
        </p:nvSpPr>
        <p:spPr>
          <a:xfrm>
            <a:off x="4849488" y="4043962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2" name="Google Shape;332;p47"/>
          <p:cNvSpPr txBox="1"/>
          <p:nvPr>
            <p:ph idx="15" type="subTitle"/>
          </p:nvPr>
        </p:nvSpPr>
        <p:spPr>
          <a:xfrm>
            <a:off x="4849425" y="450638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47"/>
          <p:cNvSpPr txBox="1"/>
          <p:nvPr>
            <p:ph idx="16" type="body"/>
          </p:nvPr>
        </p:nvSpPr>
        <p:spPr>
          <a:xfrm>
            <a:off x="4849488" y="747514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4" name="Google Shape;334;p47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">
    <p:bg>
      <p:bgPr>
        <a:solidFill>
          <a:schemeClr val="dk1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8"/>
          <p:cNvSpPr txBox="1"/>
          <p:nvPr>
            <p:ph type="title"/>
          </p:nvPr>
        </p:nvSpPr>
        <p:spPr>
          <a:xfrm>
            <a:off x="962775" y="223500"/>
            <a:ext cx="7952700" cy="20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b="1" sz="96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7" name="Google Shape;337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ols &amp; Meetings">
  <p:cSld name="CUSTOM_2">
    <p:bg>
      <p:bgPr>
        <a:solidFill>
          <a:schemeClr val="dk1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9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40" name="Google Shape;340;p49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1" name="Google Shape;341;p49"/>
          <p:cNvSpPr txBox="1"/>
          <p:nvPr>
            <p:ph type="title"/>
          </p:nvPr>
        </p:nvSpPr>
        <p:spPr>
          <a:xfrm>
            <a:off x="393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2" name="Google Shape;342;p49"/>
          <p:cNvSpPr txBox="1"/>
          <p:nvPr>
            <p:ph idx="2" type="body"/>
          </p:nvPr>
        </p:nvSpPr>
        <p:spPr>
          <a:xfrm>
            <a:off x="517200" y="396875"/>
            <a:ext cx="3703500" cy="33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3" name="Google Shape;343;p49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44" name="Google Shape;344;p49"/>
          <p:cNvSpPr txBox="1"/>
          <p:nvPr>
            <p:ph idx="3" type="title"/>
          </p:nvPr>
        </p:nvSpPr>
        <p:spPr>
          <a:xfrm>
            <a:off x="4798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5" name="Google Shape;345;p49"/>
          <p:cNvSpPr txBox="1"/>
          <p:nvPr>
            <p:ph idx="4" type="body"/>
          </p:nvPr>
        </p:nvSpPr>
        <p:spPr>
          <a:xfrm>
            <a:off x="4922200" y="396875"/>
            <a:ext cx="3703500" cy="33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6" name="Google Shape;346;p49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ps for success">
  <p:cSld name="CUSTOM_3">
    <p:bg>
      <p:bgPr>
        <a:solidFill>
          <a:schemeClr val="dk1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0"/>
          <p:cNvSpPr/>
          <p:nvPr/>
        </p:nvSpPr>
        <p:spPr>
          <a:xfrm>
            <a:off x="3899425" y="223500"/>
            <a:ext cx="5016000" cy="44838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49" name="Google Shape;349;p50"/>
          <p:cNvSpPr/>
          <p:nvPr>
            <p:ph idx="2" type="pic"/>
          </p:nvPr>
        </p:nvSpPr>
        <p:spPr>
          <a:xfrm>
            <a:off x="228600" y="223500"/>
            <a:ext cx="3547800" cy="3302100"/>
          </a:xfrm>
          <a:prstGeom prst="roundRect">
            <a:avLst>
              <a:gd fmla="val 9186" name="adj"/>
            </a:avLst>
          </a:prstGeom>
          <a:noFill/>
          <a:ln>
            <a:noFill/>
          </a:ln>
        </p:spPr>
      </p:sp>
      <p:sp>
        <p:nvSpPr>
          <p:cNvPr id="350" name="Google Shape;350;p50"/>
          <p:cNvSpPr txBox="1"/>
          <p:nvPr>
            <p:ph idx="1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1" name="Google Shape;351;p50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2" name="Google Shape;352;p50"/>
          <p:cNvSpPr txBox="1"/>
          <p:nvPr>
            <p:ph type="title"/>
          </p:nvPr>
        </p:nvSpPr>
        <p:spPr>
          <a:xfrm>
            <a:off x="4024125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50"/>
          <p:cNvSpPr txBox="1"/>
          <p:nvPr>
            <p:ph idx="4" type="body"/>
          </p:nvPr>
        </p:nvSpPr>
        <p:spPr>
          <a:xfrm>
            <a:off x="4024125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54" name="Google Shape;354;p50"/>
          <p:cNvSpPr txBox="1"/>
          <p:nvPr>
            <p:ph idx="5" type="title"/>
          </p:nvPr>
        </p:nvSpPr>
        <p:spPr>
          <a:xfrm>
            <a:off x="6588700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50"/>
          <p:cNvSpPr txBox="1"/>
          <p:nvPr>
            <p:ph idx="6" type="body"/>
          </p:nvPr>
        </p:nvSpPr>
        <p:spPr>
          <a:xfrm>
            <a:off x="6588700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56" name="Google Shape;356;p50"/>
          <p:cNvSpPr txBox="1"/>
          <p:nvPr>
            <p:ph idx="7" type="title"/>
          </p:nvPr>
        </p:nvSpPr>
        <p:spPr>
          <a:xfrm>
            <a:off x="4024138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50"/>
          <p:cNvSpPr txBox="1"/>
          <p:nvPr>
            <p:ph idx="8" type="body"/>
          </p:nvPr>
        </p:nvSpPr>
        <p:spPr>
          <a:xfrm>
            <a:off x="4024138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58" name="Google Shape;358;p50"/>
          <p:cNvSpPr txBox="1"/>
          <p:nvPr>
            <p:ph idx="9" type="title"/>
          </p:nvPr>
        </p:nvSpPr>
        <p:spPr>
          <a:xfrm>
            <a:off x="6588713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50"/>
          <p:cNvSpPr txBox="1"/>
          <p:nvPr>
            <p:ph idx="13" type="body"/>
          </p:nvPr>
        </p:nvSpPr>
        <p:spPr>
          <a:xfrm>
            <a:off x="6588713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0" name="Google Shape;360;p50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4">
    <p:bg>
      <p:bgPr>
        <a:solidFill>
          <a:schemeClr val="dk1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1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3" name="Google Shape;363;p51"/>
          <p:cNvSpPr txBox="1"/>
          <p:nvPr>
            <p:ph idx="2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4" name="Google Shape;364;p51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tep process">
  <p:cSld name="CUSTOM_5">
    <p:bg>
      <p:bgPr>
        <a:solidFill>
          <a:schemeClr val="dk1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2"/>
          <p:cNvSpPr/>
          <p:nvPr/>
        </p:nvSpPr>
        <p:spPr>
          <a:xfrm>
            <a:off x="22860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67" name="Google Shape;367;p52"/>
          <p:cNvSpPr txBox="1"/>
          <p:nvPr>
            <p:ph idx="1" type="subTitle"/>
          </p:nvPr>
        </p:nvSpPr>
        <p:spPr>
          <a:xfrm>
            <a:off x="284650" y="2956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52"/>
          <p:cNvSpPr txBox="1"/>
          <p:nvPr>
            <p:ph idx="2" type="body"/>
          </p:nvPr>
        </p:nvSpPr>
        <p:spPr>
          <a:xfrm>
            <a:off x="284650" y="9634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9" name="Google Shape;369;p52"/>
          <p:cNvSpPr txBox="1"/>
          <p:nvPr>
            <p:ph type="title"/>
          </p:nvPr>
        </p:nvSpPr>
        <p:spPr>
          <a:xfrm>
            <a:off x="240850" y="3175000"/>
            <a:ext cx="5004000" cy="153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52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52"/>
          <p:cNvSpPr/>
          <p:nvPr/>
        </p:nvSpPr>
        <p:spPr>
          <a:xfrm>
            <a:off x="316515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72" name="Google Shape;372;p52"/>
          <p:cNvSpPr txBox="1"/>
          <p:nvPr>
            <p:ph idx="4" type="subTitle"/>
          </p:nvPr>
        </p:nvSpPr>
        <p:spPr>
          <a:xfrm>
            <a:off x="3221200" y="2956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52"/>
          <p:cNvSpPr txBox="1"/>
          <p:nvPr>
            <p:ph idx="5" type="body"/>
          </p:nvPr>
        </p:nvSpPr>
        <p:spPr>
          <a:xfrm>
            <a:off x="3221200" y="9634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52"/>
          <p:cNvSpPr/>
          <p:nvPr/>
        </p:nvSpPr>
        <p:spPr>
          <a:xfrm>
            <a:off x="610170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75" name="Google Shape;375;p52"/>
          <p:cNvSpPr txBox="1"/>
          <p:nvPr>
            <p:ph idx="6" type="subTitle"/>
          </p:nvPr>
        </p:nvSpPr>
        <p:spPr>
          <a:xfrm>
            <a:off x="6157750" y="2956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52"/>
          <p:cNvSpPr txBox="1"/>
          <p:nvPr>
            <p:ph idx="7" type="body"/>
          </p:nvPr>
        </p:nvSpPr>
        <p:spPr>
          <a:xfrm>
            <a:off x="6157750" y="9634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52"/>
          <p:cNvSpPr/>
          <p:nvPr/>
        </p:nvSpPr>
        <p:spPr>
          <a:xfrm>
            <a:off x="6101700" y="25317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78" name="Google Shape;378;p52"/>
          <p:cNvSpPr txBox="1"/>
          <p:nvPr>
            <p:ph idx="8" type="subTitle"/>
          </p:nvPr>
        </p:nvSpPr>
        <p:spPr>
          <a:xfrm>
            <a:off x="6157750" y="26038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52"/>
          <p:cNvSpPr txBox="1"/>
          <p:nvPr>
            <p:ph idx="9" type="body"/>
          </p:nvPr>
        </p:nvSpPr>
        <p:spPr>
          <a:xfrm>
            <a:off x="6157750" y="32716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52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s &amp; Suggestion ">
  <p:cSld name="CUSTOM_6">
    <p:bg>
      <p:bgPr>
        <a:solidFill>
          <a:schemeClr val="dk1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3"/>
          <p:cNvSpPr txBox="1"/>
          <p:nvPr>
            <p:ph type="title"/>
          </p:nvPr>
        </p:nvSpPr>
        <p:spPr>
          <a:xfrm>
            <a:off x="240850" y="3175000"/>
            <a:ext cx="5004000" cy="153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3" name="Google Shape;383;p53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4" name="Google Shape;384;p53"/>
          <p:cNvSpPr txBox="1"/>
          <p:nvPr>
            <p:ph idx="2" type="subTitle"/>
          </p:nvPr>
        </p:nvSpPr>
        <p:spPr>
          <a:xfrm>
            <a:off x="228600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5" name="Google Shape;385;p53"/>
          <p:cNvSpPr txBox="1"/>
          <p:nvPr>
            <p:ph idx="3" type="body"/>
          </p:nvPr>
        </p:nvSpPr>
        <p:spPr>
          <a:xfrm>
            <a:off x="2287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6" name="Google Shape;386;p53"/>
          <p:cNvSpPr txBox="1"/>
          <p:nvPr>
            <p:ph idx="4" type="subTitle"/>
          </p:nvPr>
        </p:nvSpPr>
        <p:spPr>
          <a:xfrm>
            <a:off x="2431100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7" name="Google Shape;387;p53"/>
          <p:cNvSpPr txBox="1"/>
          <p:nvPr>
            <p:ph idx="5" type="body"/>
          </p:nvPr>
        </p:nvSpPr>
        <p:spPr>
          <a:xfrm>
            <a:off x="24312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8" name="Google Shape;388;p53"/>
          <p:cNvSpPr txBox="1"/>
          <p:nvPr>
            <p:ph idx="6" type="subTitle"/>
          </p:nvPr>
        </p:nvSpPr>
        <p:spPr>
          <a:xfrm>
            <a:off x="4633725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9" name="Google Shape;389;p53"/>
          <p:cNvSpPr txBox="1"/>
          <p:nvPr>
            <p:ph idx="7" type="body"/>
          </p:nvPr>
        </p:nvSpPr>
        <p:spPr>
          <a:xfrm>
            <a:off x="4633850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0" name="Google Shape;390;p53"/>
          <p:cNvSpPr txBox="1"/>
          <p:nvPr>
            <p:ph idx="8" type="subTitle"/>
          </p:nvPr>
        </p:nvSpPr>
        <p:spPr>
          <a:xfrm>
            <a:off x="6836100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1" name="Google Shape;391;p53"/>
          <p:cNvSpPr txBox="1"/>
          <p:nvPr>
            <p:ph idx="9" type="body"/>
          </p:nvPr>
        </p:nvSpPr>
        <p:spPr>
          <a:xfrm>
            <a:off x="68362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2" name="Google Shape;392;p53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rst Months">
  <p:cSld name="CUSTOM_7">
    <p:bg>
      <p:bgPr>
        <a:solidFill>
          <a:schemeClr val="dk1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4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5" name="Google Shape;395;p54"/>
          <p:cNvSpPr txBox="1"/>
          <p:nvPr>
            <p:ph idx="2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6" name="Google Shape;396;p54"/>
          <p:cNvSpPr/>
          <p:nvPr/>
        </p:nvSpPr>
        <p:spPr>
          <a:xfrm>
            <a:off x="228600" y="223500"/>
            <a:ext cx="2813700" cy="32352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97" name="Google Shape;397;p54"/>
          <p:cNvSpPr txBox="1"/>
          <p:nvPr>
            <p:ph idx="3" type="subTitle"/>
          </p:nvPr>
        </p:nvSpPr>
        <p:spPr>
          <a:xfrm>
            <a:off x="284650" y="295600"/>
            <a:ext cx="25728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8" name="Google Shape;398;p54"/>
          <p:cNvSpPr txBox="1"/>
          <p:nvPr>
            <p:ph idx="4" type="body"/>
          </p:nvPr>
        </p:nvSpPr>
        <p:spPr>
          <a:xfrm>
            <a:off x="325150" y="1455738"/>
            <a:ext cx="2633700" cy="186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99" name="Google Shape;399;p54"/>
          <p:cNvSpPr/>
          <p:nvPr/>
        </p:nvSpPr>
        <p:spPr>
          <a:xfrm>
            <a:off x="3165150" y="223500"/>
            <a:ext cx="2813700" cy="3235200"/>
          </a:xfrm>
          <a:prstGeom prst="roundRect">
            <a:avLst>
              <a:gd fmla="val 716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00" name="Google Shape;400;p54"/>
          <p:cNvSpPr txBox="1"/>
          <p:nvPr>
            <p:ph idx="5" type="subTitle"/>
          </p:nvPr>
        </p:nvSpPr>
        <p:spPr>
          <a:xfrm>
            <a:off x="3221200" y="295600"/>
            <a:ext cx="25728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54"/>
          <p:cNvSpPr txBox="1"/>
          <p:nvPr>
            <p:ph idx="6" type="body"/>
          </p:nvPr>
        </p:nvSpPr>
        <p:spPr>
          <a:xfrm>
            <a:off x="3261700" y="1455738"/>
            <a:ext cx="2633700" cy="186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02" name="Google Shape;402;p54"/>
          <p:cNvSpPr/>
          <p:nvPr/>
        </p:nvSpPr>
        <p:spPr>
          <a:xfrm>
            <a:off x="6101700" y="223500"/>
            <a:ext cx="2813700" cy="32352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03" name="Google Shape;403;p54"/>
          <p:cNvSpPr txBox="1"/>
          <p:nvPr>
            <p:ph idx="7" type="subTitle"/>
          </p:nvPr>
        </p:nvSpPr>
        <p:spPr>
          <a:xfrm>
            <a:off x="6157750" y="295600"/>
            <a:ext cx="25728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54"/>
          <p:cNvSpPr txBox="1"/>
          <p:nvPr>
            <p:ph idx="8" type="body"/>
          </p:nvPr>
        </p:nvSpPr>
        <p:spPr>
          <a:xfrm>
            <a:off x="6198250" y="1455738"/>
            <a:ext cx="2633700" cy="186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05" name="Google Shape;405;p54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ful links">
  <p:cSld name="CUSTOM_8">
    <p:bg>
      <p:bgPr>
        <a:solidFill>
          <a:schemeClr val="dk1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5"/>
          <p:cNvSpPr/>
          <p:nvPr/>
        </p:nvSpPr>
        <p:spPr>
          <a:xfrm>
            <a:off x="4633600" y="223500"/>
            <a:ext cx="4281900" cy="2002800"/>
          </a:xfrm>
          <a:prstGeom prst="roundRect">
            <a:avLst>
              <a:gd fmla="val 12782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08" name="Google Shape;408;p55"/>
          <p:cNvSpPr txBox="1"/>
          <p:nvPr/>
        </p:nvSpPr>
        <p:spPr>
          <a:xfrm>
            <a:off x="3286470" y="3339550"/>
            <a:ext cx="1257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☝️</a:t>
            </a:r>
            <a:endParaRPr sz="7200">
              <a:solidFill>
                <a:schemeClr val="dk1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sp>
        <p:nvSpPr>
          <p:cNvPr id="409" name="Google Shape;409;p55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0" name="Google Shape;410;p55"/>
          <p:cNvSpPr txBox="1"/>
          <p:nvPr>
            <p:ph idx="2" type="subTitle"/>
          </p:nvPr>
        </p:nvSpPr>
        <p:spPr>
          <a:xfrm>
            <a:off x="5367775" y="3723400"/>
            <a:ext cx="35478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1" name="Google Shape;411;p55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12" name="Google Shape;412;p55"/>
          <p:cNvSpPr txBox="1"/>
          <p:nvPr>
            <p:ph idx="3" type="subTitle"/>
          </p:nvPr>
        </p:nvSpPr>
        <p:spPr>
          <a:xfrm>
            <a:off x="427825" y="396875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55"/>
          <p:cNvSpPr txBox="1"/>
          <p:nvPr>
            <p:ph idx="4" type="subTitle"/>
          </p:nvPr>
        </p:nvSpPr>
        <p:spPr>
          <a:xfrm>
            <a:off x="427853" y="1124562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55"/>
          <p:cNvSpPr txBox="1"/>
          <p:nvPr>
            <p:ph idx="5" type="subTitle"/>
          </p:nvPr>
        </p:nvSpPr>
        <p:spPr>
          <a:xfrm>
            <a:off x="427853" y="1852223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5" name="Google Shape;415;p55"/>
          <p:cNvSpPr txBox="1"/>
          <p:nvPr>
            <p:ph idx="6" type="subTitle"/>
          </p:nvPr>
        </p:nvSpPr>
        <p:spPr>
          <a:xfrm>
            <a:off x="427853" y="2595897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55"/>
          <p:cNvSpPr txBox="1"/>
          <p:nvPr>
            <p:ph idx="7" type="subTitle"/>
          </p:nvPr>
        </p:nvSpPr>
        <p:spPr>
          <a:xfrm>
            <a:off x="4822775" y="289375"/>
            <a:ext cx="39066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55"/>
          <p:cNvSpPr txBox="1"/>
          <p:nvPr>
            <p:ph idx="8" type="body"/>
          </p:nvPr>
        </p:nvSpPr>
        <p:spPr>
          <a:xfrm>
            <a:off x="4844650" y="1061025"/>
            <a:ext cx="11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8" name="Google Shape;418;p55"/>
          <p:cNvSpPr txBox="1"/>
          <p:nvPr>
            <p:ph idx="9" type="body"/>
          </p:nvPr>
        </p:nvSpPr>
        <p:spPr>
          <a:xfrm>
            <a:off x="6225688" y="1061025"/>
            <a:ext cx="11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9" name="Google Shape;419;p55"/>
          <p:cNvSpPr txBox="1"/>
          <p:nvPr>
            <p:ph idx="13" type="body"/>
          </p:nvPr>
        </p:nvSpPr>
        <p:spPr>
          <a:xfrm>
            <a:off x="7606725" y="1061025"/>
            <a:ext cx="11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0" name="Google Shape;420;p55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Point">
  <p:cSld name="CUSTOM_9">
    <p:bg>
      <p:bgPr>
        <a:solidFill>
          <a:schemeClr val="dk1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6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23" name="Google Shape;423;p56"/>
          <p:cNvSpPr txBox="1"/>
          <p:nvPr>
            <p:ph idx="1" type="subTitle"/>
          </p:nvPr>
        </p:nvSpPr>
        <p:spPr>
          <a:xfrm>
            <a:off x="529450" y="419650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56"/>
          <p:cNvSpPr txBox="1"/>
          <p:nvPr>
            <p:ph idx="2" type="body"/>
          </p:nvPr>
        </p:nvSpPr>
        <p:spPr>
          <a:xfrm>
            <a:off x="529510" y="716526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5" name="Google Shape;425;p56"/>
          <p:cNvSpPr txBox="1"/>
          <p:nvPr>
            <p:ph type="title"/>
          </p:nvPr>
        </p:nvSpPr>
        <p:spPr>
          <a:xfrm>
            <a:off x="393725" y="3932625"/>
            <a:ext cx="40371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6" name="Google Shape;426;p56"/>
          <p:cNvSpPr txBox="1"/>
          <p:nvPr>
            <p:ph idx="3" type="subTitle"/>
          </p:nvPr>
        </p:nvSpPr>
        <p:spPr>
          <a:xfrm>
            <a:off x="529480" y="1247253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56"/>
          <p:cNvSpPr txBox="1"/>
          <p:nvPr>
            <p:ph idx="4" type="body"/>
          </p:nvPr>
        </p:nvSpPr>
        <p:spPr>
          <a:xfrm>
            <a:off x="529540" y="1544130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8" name="Google Shape;428;p56"/>
          <p:cNvSpPr txBox="1"/>
          <p:nvPr>
            <p:ph idx="5" type="subTitle"/>
          </p:nvPr>
        </p:nvSpPr>
        <p:spPr>
          <a:xfrm>
            <a:off x="529480" y="2153577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9" name="Google Shape;429;p56"/>
          <p:cNvSpPr txBox="1"/>
          <p:nvPr>
            <p:ph idx="6" type="body"/>
          </p:nvPr>
        </p:nvSpPr>
        <p:spPr>
          <a:xfrm>
            <a:off x="529540" y="2450446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0" name="Google Shape;430;p56"/>
          <p:cNvSpPr txBox="1"/>
          <p:nvPr>
            <p:ph idx="7" type="subTitle"/>
          </p:nvPr>
        </p:nvSpPr>
        <p:spPr>
          <a:xfrm>
            <a:off x="529480" y="3059905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6"/>
          <p:cNvSpPr txBox="1"/>
          <p:nvPr>
            <p:ph idx="8" type="body"/>
          </p:nvPr>
        </p:nvSpPr>
        <p:spPr>
          <a:xfrm>
            <a:off x="529540" y="3356775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2" name="Google Shape;432;p56"/>
          <p:cNvSpPr/>
          <p:nvPr>
            <p:ph idx="9" type="pic"/>
          </p:nvPr>
        </p:nvSpPr>
        <p:spPr>
          <a:xfrm>
            <a:off x="4633600" y="223500"/>
            <a:ext cx="4280700" cy="4483800"/>
          </a:xfrm>
          <a:prstGeom prst="roundRect">
            <a:avLst>
              <a:gd fmla="val 5546" name="adj"/>
            </a:avLst>
          </a:prstGeom>
          <a:noFill/>
          <a:ln>
            <a:noFill/>
          </a:ln>
        </p:spPr>
      </p:sp>
      <p:sp>
        <p:nvSpPr>
          <p:cNvPr id="433" name="Google Shape;433;p56"/>
          <p:cNvSpPr txBox="1"/>
          <p:nvPr>
            <p:ph idx="1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4" name="Google Shape;434;p56"/>
          <p:cNvSpPr txBox="1"/>
          <p:nvPr>
            <p:ph idx="14" type="subTitle"/>
          </p:nvPr>
        </p:nvSpPr>
        <p:spPr>
          <a:xfrm>
            <a:off x="4771050" y="3371675"/>
            <a:ext cx="3885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56"/>
          <p:cNvSpPr txBox="1"/>
          <p:nvPr>
            <p:ph idx="15" type="body"/>
          </p:nvPr>
        </p:nvSpPr>
        <p:spPr>
          <a:xfrm>
            <a:off x="4771050" y="3944875"/>
            <a:ext cx="39702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6" name="Google Shape;436;p56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4">
    <p:bg>
      <p:bgPr>
        <a:solidFill>
          <a:schemeClr val="dk1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7"/>
          <p:cNvSpPr/>
          <p:nvPr/>
        </p:nvSpPr>
        <p:spPr>
          <a:xfrm>
            <a:off x="22860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39" name="Google Shape;439;p57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0" name="Google Shape;440;p57"/>
          <p:cNvSpPr/>
          <p:nvPr>
            <p:ph idx="2" type="pic"/>
          </p:nvPr>
        </p:nvSpPr>
        <p:spPr>
          <a:xfrm>
            <a:off x="7187225" y="620025"/>
            <a:ext cx="1575900" cy="150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41" name="Google Shape;441;p57"/>
          <p:cNvSpPr/>
          <p:nvPr>
            <p:ph idx="3" type="pic"/>
          </p:nvPr>
        </p:nvSpPr>
        <p:spPr>
          <a:xfrm>
            <a:off x="5467125" y="620025"/>
            <a:ext cx="1575900" cy="150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42" name="Google Shape;442;p57"/>
          <p:cNvSpPr/>
          <p:nvPr>
            <p:ph idx="4" type="pic"/>
          </p:nvPr>
        </p:nvSpPr>
        <p:spPr>
          <a:xfrm>
            <a:off x="3747025" y="620025"/>
            <a:ext cx="1575900" cy="150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43" name="Google Shape;443;p57"/>
          <p:cNvSpPr txBox="1"/>
          <p:nvPr>
            <p:ph idx="5" type="subTitle"/>
          </p:nvPr>
        </p:nvSpPr>
        <p:spPr>
          <a:xfrm>
            <a:off x="3747025" y="2171750"/>
            <a:ext cx="15759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57"/>
          <p:cNvSpPr txBox="1"/>
          <p:nvPr>
            <p:ph idx="6" type="subTitle"/>
          </p:nvPr>
        </p:nvSpPr>
        <p:spPr>
          <a:xfrm>
            <a:off x="5467125" y="2171750"/>
            <a:ext cx="15759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57"/>
          <p:cNvSpPr txBox="1"/>
          <p:nvPr>
            <p:ph idx="7" type="subTitle"/>
          </p:nvPr>
        </p:nvSpPr>
        <p:spPr>
          <a:xfrm>
            <a:off x="7187225" y="2171750"/>
            <a:ext cx="15759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57"/>
          <p:cNvSpPr txBox="1"/>
          <p:nvPr>
            <p:ph idx="8" type="body"/>
          </p:nvPr>
        </p:nvSpPr>
        <p:spPr>
          <a:xfrm>
            <a:off x="3747025" y="2512550"/>
            <a:ext cx="15759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7" name="Google Shape;447;p57"/>
          <p:cNvSpPr txBox="1"/>
          <p:nvPr>
            <p:ph idx="9" type="body"/>
          </p:nvPr>
        </p:nvSpPr>
        <p:spPr>
          <a:xfrm>
            <a:off x="5467125" y="2512550"/>
            <a:ext cx="15759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8" name="Google Shape;448;p57"/>
          <p:cNvSpPr txBox="1"/>
          <p:nvPr>
            <p:ph idx="13" type="body"/>
          </p:nvPr>
        </p:nvSpPr>
        <p:spPr>
          <a:xfrm>
            <a:off x="7187225" y="2512550"/>
            <a:ext cx="15759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9" name="Google Shape;449;p57"/>
          <p:cNvSpPr txBox="1"/>
          <p:nvPr>
            <p:ph type="title"/>
          </p:nvPr>
        </p:nvSpPr>
        <p:spPr>
          <a:xfrm>
            <a:off x="396875" y="3950225"/>
            <a:ext cx="31977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50" name="Google Shape;450;p57"/>
          <p:cNvSpPr txBox="1"/>
          <p:nvPr>
            <p:ph idx="14" type="body"/>
          </p:nvPr>
        </p:nvSpPr>
        <p:spPr>
          <a:xfrm>
            <a:off x="396875" y="620025"/>
            <a:ext cx="29367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51" name="Google Shape;451;p57"/>
          <p:cNvSpPr txBox="1"/>
          <p:nvPr>
            <p:ph idx="15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2" name="Google Shape;452;p57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ojis">
  <p:cSld name="CUSTOM">
    <p:bg>
      <p:bgPr>
        <a:solidFill>
          <a:schemeClr val="dk1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3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223500"/>
            <a:ext cx="8686800" cy="20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ublic Sans"/>
              <a:buNone/>
              <a:defRPr sz="6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47900" y="3457700"/>
            <a:ext cx="8686800" cy="14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4">
          <p15:clr>
            <a:srgbClr val="E46962"/>
          </p15:clr>
        </p15:guide>
        <p15:guide id="2" orient="horz" pos="141">
          <p15:clr>
            <a:srgbClr val="E46962"/>
          </p15:clr>
        </p15:guide>
        <p15:guide id="3" pos="529">
          <p15:clr>
            <a:srgbClr val="E46962"/>
          </p15:clr>
        </p15:guide>
        <p15:guide id="4" pos="606">
          <p15:clr>
            <a:srgbClr val="E46962"/>
          </p15:clr>
        </p15:guide>
        <p15:guide id="5" pos="991">
          <p15:clr>
            <a:srgbClr val="E46962"/>
          </p15:clr>
        </p15:guide>
        <p15:guide id="6" pos="1069">
          <p15:clr>
            <a:srgbClr val="E46962"/>
          </p15:clr>
        </p15:guide>
        <p15:guide id="7" pos="1454">
          <p15:clr>
            <a:srgbClr val="E46962"/>
          </p15:clr>
        </p15:guide>
        <p15:guide id="8" pos="1531">
          <p15:clr>
            <a:srgbClr val="E46962"/>
          </p15:clr>
        </p15:guide>
        <p15:guide id="9" pos="1916">
          <p15:clr>
            <a:srgbClr val="E46962"/>
          </p15:clr>
        </p15:guide>
        <p15:guide id="10" pos="1994">
          <p15:clr>
            <a:srgbClr val="E46962"/>
          </p15:clr>
        </p15:guide>
        <p15:guide id="11" pos="2379">
          <p15:clr>
            <a:srgbClr val="E46962"/>
          </p15:clr>
        </p15:guide>
        <p15:guide id="12" pos="2456">
          <p15:clr>
            <a:srgbClr val="E46962"/>
          </p15:clr>
        </p15:guide>
        <p15:guide id="13" pos="2919">
          <p15:clr>
            <a:srgbClr val="E46962"/>
          </p15:clr>
        </p15:guide>
        <p15:guide id="14" pos="3381">
          <p15:clr>
            <a:srgbClr val="E46962"/>
          </p15:clr>
        </p15:guide>
        <p15:guide id="15" pos="3766">
          <p15:clr>
            <a:srgbClr val="E46962"/>
          </p15:clr>
        </p15:guide>
        <p15:guide id="16" pos="3844">
          <p15:clr>
            <a:srgbClr val="E46962"/>
          </p15:clr>
        </p15:guide>
        <p15:guide id="17" pos="4229">
          <p15:clr>
            <a:srgbClr val="E46962"/>
          </p15:clr>
        </p15:guide>
        <p15:guide id="18" pos="2841">
          <p15:clr>
            <a:srgbClr val="E46962"/>
          </p15:clr>
        </p15:guide>
        <p15:guide id="19" pos="3304">
          <p15:clr>
            <a:srgbClr val="E46962"/>
          </p15:clr>
        </p15:guide>
        <p15:guide id="20" pos="4306">
          <p15:clr>
            <a:srgbClr val="E46962"/>
          </p15:clr>
        </p15:guide>
        <p15:guide id="21" pos="4691">
          <p15:clr>
            <a:srgbClr val="E46962"/>
          </p15:clr>
        </p15:guide>
        <p15:guide id="22" pos="4769">
          <p15:clr>
            <a:srgbClr val="E46962"/>
          </p15:clr>
        </p15:guide>
        <p15:guide id="23" pos="5154">
          <p15:clr>
            <a:srgbClr val="E46962"/>
          </p15:clr>
        </p15:guide>
        <p15:guide id="24" pos="5231">
          <p15:clr>
            <a:srgbClr val="E46962"/>
          </p15:clr>
        </p15:guide>
        <p15:guide id="25" pos="5616">
          <p15:clr>
            <a:srgbClr val="E46962"/>
          </p15:clr>
        </p15:guide>
        <p15:guide id="26" orient="horz" pos="29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ata.vision.ee.ethz.ch/cvl/rrothe/imdb-wiki/" TargetMode="External"/><Relationship Id="rId4" Type="http://schemas.openxmlformats.org/officeDocument/2006/relationships/hyperlink" Target="https://www.kaggle.com/datasets/rajnishe/facescrub-full/data" TargetMode="External"/><Relationship Id="rId5" Type="http://schemas.openxmlformats.org/officeDocument/2006/relationships/hyperlink" Target="https://www.kaggle.com/datasets/ttungl/adience-benchmark-gender-and-age-classification/data" TargetMode="External"/><Relationship Id="rId6" Type="http://schemas.openxmlformats.org/officeDocument/2006/relationships/hyperlink" Target="https://www.kaggle.com/datasets/jessicali9530/celeba-dataset/data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9"/>
          <p:cNvSpPr txBox="1"/>
          <p:nvPr>
            <p:ph type="title"/>
          </p:nvPr>
        </p:nvSpPr>
        <p:spPr>
          <a:xfrm>
            <a:off x="910000" y="927750"/>
            <a:ext cx="7447200" cy="16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800"/>
              <a:t>Reelize </a:t>
            </a:r>
            <a:endParaRPr sz="68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800"/>
              <a:t>Movie Finder</a:t>
            </a:r>
            <a:endParaRPr sz="6800"/>
          </a:p>
        </p:txBody>
      </p:sp>
      <p:sp>
        <p:nvSpPr>
          <p:cNvPr id="460" name="Google Shape;460;p59"/>
          <p:cNvSpPr txBox="1"/>
          <p:nvPr>
            <p:ph idx="1" type="body"/>
          </p:nvPr>
        </p:nvSpPr>
        <p:spPr>
          <a:xfrm>
            <a:off x="1414500" y="3602250"/>
            <a:ext cx="63150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Maxwell Klema, Ivie Xue, Myles Edwards,  Dillon Coker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61" name="Google Shape;461;p59"/>
          <p:cNvSpPr txBox="1"/>
          <p:nvPr>
            <p:ph idx="2" type="body"/>
          </p:nvPr>
        </p:nvSpPr>
        <p:spPr>
          <a:xfrm>
            <a:off x="1887600" y="2682775"/>
            <a:ext cx="5368800" cy="8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Requirements Presentation</a:t>
            </a:r>
            <a:endParaRPr sz="2400"/>
          </a:p>
        </p:txBody>
      </p:sp>
      <p:sp>
        <p:nvSpPr>
          <p:cNvPr id="462" name="Google Shape;462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0"/>
          <p:cNvSpPr txBox="1"/>
          <p:nvPr>
            <p:ph type="title"/>
          </p:nvPr>
        </p:nvSpPr>
        <p:spPr>
          <a:xfrm>
            <a:off x="713348" y="2205375"/>
            <a:ext cx="20733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Outline</a:t>
            </a:r>
            <a:endParaRPr sz="4000"/>
          </a:p>
        </p:txBody>
      </p:sp>
      <p:sp>
        <p:nvSpPr>
          <p:cNvPr id="468" name="Google Shape;468;p60"/>
          <p:cNvSpPr txBox="1"/>
          <p:nvPr>
            <p:ph idx="3" type="subTitle"/>
          </p:nvPr>
        </p:nvSpPr>
        <p:spPr>
          <a:xfrm>
            <a:off x="4280298" y="663263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Project Overview</a:t>
            </a:r>
            <a:endParaRPr sz="2400"/>
          </a:p>
        </p:txBody>
      </p:sp>
      <p:sp>
        <p:nvSpPr>
          <p:cNvPr id="469" name="Google Shape;469;p60"/>
          <p:cNvSpPr txBox="1"/>
          <p:nvPr>
            <p:ph idx="4" type="subTitle"/>
          </p:nvPr>
        </p:nvSpPr>
        <p:spPr>
          <a:xfrm>
            <a:off x="4280298" y="131813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Must Have Requirements</a:t>
            </a:r>
            <a:endParaRPr sz="2400"/>
          </a:p>
        </p:txBody>
      </p:sp>
      <p:sp>
        <p:nvSpPr>
          <p:cNvPr id="470" name="Google Shape;470;p60"/>
          <p:cNvSpPr txBox="1"/>
          <p:nvPr>
            <p:ph idx="4294967295" type="subTitle"/>
          </p:nvPr>
        </p:nvSpPr>
        <p:spPr>
          <a:xfrm>
            <a:off x="4280298" y="3282682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Model Overview</a:t>
            </a:r>
            <a:endParaRPr sz="2400"/>
          </a:p>
        </p:txBody>
      </p:sp>
      <p:sp>
        <p:nvSpPr>
          <p:cNvPr id="471" name="Google Shape;471;p60"/>
          <p:cNvSpPr txBox="1"/>
          <p:nvPr>
            <p:ph idx="4294967295" type="subTitle"/>
          </p:nvPr>
        </p:nvSpPr>
        <p:spPr>
          <a:xfrm>
            <a:off x="4280298" y="1972998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Nice to Have Requirements</a:t>
            </a:r>
            <a:endParaRPr sz="2400"/>
          </a:p>
        </p:txBody>
      </p:sp>
      <p:sp>
        <p:nvSpPr>
          <p:cNvPr id="472" name="Google Shape;472;p60"/>
          <p:cNvSpPr txBox="1"/>
          <p:nvPr>
            <p:ph idx="4294967295" type="subTitle"/>
          </p:nvPr>
        </p:nvSpPr>
        <p:spPr>
          <a:xfrm>
            <a:off x="4280298" y="3937538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Timeline</a:t>
            </a:r>
            <a:endParaRPr sz="2400"/>
          </a:p>
        </p:txBody>
      </p:sp>
      <p:sp>
        <p:nvSpPr>
          <p:cNvPr id="473" name="Google Shape;473;p60"/>
          <p:cNvSpPr txBox="1"/>
          <p:nvPr>
            <p:ph idx="4294967295" type="subTitle"/>
          </p:nvPr>
        </p:nvSpPr>
        <p:spPr>
          <a:xfrm>
            <a:off x="4280298" y="2627828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Datasets</a:t>
            </a:r>
            <a:endParaRPr sz="2400"/>
          </a:p>
        </p:txBody>
      </p:sp>
      <p:cxnSp>
        <p:nvCxnSpPr>
          <p:cNvPr id="474" name="Google Shape;474;p60"/>
          <p:cNvCxnSpPr/>
          <p:nvPr/>
        </p:nvCxnSpPr>
        <p:spPr>
          <a:xfrm>
            <a:off x="3386773" y="599925"/>
            <a:ext cx="0" cy="3949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61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480" name="Google Shape;480;p61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61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487" name="Google Shape;487;p62"/>
          <p:cNvSpPr txBox="1"/>
          <p:nvPr>
            <p:ph idx="3" type="subTitle"/>
          </p:nvPr>
        </p:nvSpPr>
        <p:spPr>
          <a:xfrm>
            <a:off x="483150" y="1336150"/>
            <a:ext cx="81846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Reelize: Movie Finder</a:t>
            </a:r>
            <a:endParaRPr b="1"/>
          </a:p>
        </p:txBody>
      </p:sp>
      <p:sp>
        <p:nvSpPr>
          <p:cNvPr id="488" name="Google Shape;488;p62"/>
          <p:cNvSpPr txBox="1"/>
          <p:nvPr/>
        </p:nvSpPr>
        <p:spPr>
          <a:xfrm>
            <a:off x="592875" y="2041075"/>
            <a:ext cx="8074800" cy="27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Char char="●"/>
            </a:pPr>
            <a:r>
              <a:rPr lang="en" sz="1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Given a still image or short video from a movie or TV show, predict all the actors in the scene</a:t>
            </a:r>
            <a:endParaRPr sz="16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Char char="○"/>
            </a:pPr>
            <a:r>
              <a:rPr lang="en" sz="1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Use those predictions to then predict the movie/TV show</a:t>
            </a:r>
            <a:endParaRPr sz="16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Char char="●"/>
            </a:pPr>
            <a:r>
              <a:rPr lang="en" sz="1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What differentiates our project?</a:t>
            </a:r>
            <a:endParaRPr sz="16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Char char="○"/>
            </a:pPr>
            <a:r>
              <a:rPr lang="en" sz="1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Identifies both actors and the media</a:t>
            </a:r>
            <a:endParaRPr sz="16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Char char="○"/>
            </a:pPr>
            <a:r>
              <a:rPr lang="en" sz="1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Returns a distribution of outputs with confidence scores</a:t>
            </a:r>
            <a:endParaRPr sz="16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"/>
              <a:buChar char="■"/>
            </a:pPr>
            <a:r>
              <a:rPr lang="en" sz="1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Not just a single prediction</a:t>
            </a:r>
            <a:endParaRPr sz="16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cxnSp>
        <p:nvCxnSpPr>
          <p:cNvPr id="489" name="Google Shape;489;p62"/>
          <p:cNvCxnSpPr/>
          <p:nvPr/>
        </p:nvCxnSpPr>
        <p:spPr>
          <a:xfrm>
            <a:off x="3471325" y="1607500"/>
            <a:ext cx="5015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3"/>
          <p:cNvSpPr txBox="1"/>
          <p:nvPr>
            <p:ph idx="3" type="subTitle"/>
          </p:nvPr>
        </p:nvSpPr>
        <p:spPr>
          <a:xfrm>
            <a:off x="498125" y="390325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Similar Projects</a:t>
            </a:r>
            <a:endParaRPr u="sng"/>
          </a:p>
        </p:txBody>
      </p:sp>
      <p:sp>
        <p:nvSpPr>
          <p:cNvPr id="495" name="Google Shape;495;p63"/>
          <p:cNvSpPr txBox="1"/>
          <p:nvPr>
            <p:ph idx="3" type="subTitle"/>
          </p:nvPr>
        </p:nvSpPr>
        <p:spPr>
          <a:xfrm>
            <a:off x="5026200" y="39033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Our Project</a:t>
            </a:r>
            <a:endParaRPr u="sng"/>
          </a:p>
        </p:txBody>
      </p:sp>
      <p:cxnSp>
        <p:nvCxnSpPr>
          <p:cNvPr id="496" name="Google Shape;496;p63"/>
          <p:cNvCxnSpPr/>
          <p:nvPr/>
        </p:nvCxnSpPr>
        <p:spPr>
          <a:xfrm>
            <a:off x="4607000" y="670650"/>
            <a:ext cx="23400" cy="419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97" name="Google Shape;497;p63" title="1200x630wa-removebg-preview.png"/>
          <p:cNvPicPr preferRelativeResize="0"/>
          <p:nvPr/>
        </p:nvPicPr>
        <p:blipFill rotWithShape="1">
          <a:blip r:embed="rId3">
            <a:alphaModFix/>
          </a:blip>
          <a:srcRect b="13966" l="31927" r="32064" t="16093"/>
          <a:stretch/>
        </p:blipFill>
        <p:spPr>
          <a:xfrm>
            <a:off x="539626" y="1377742"/>
            <a:ext cx="743899" cy="758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8" name="Google Shape;498;p63"/>
          <p:cNvCxnSpPr/>
          <p:nvPr/>
        </p:nvCxnSpPr>
        <p:spPr>
          <a:xfrm>
            <a:off x="1607550" y="1731516"/>
            <a:ext cx="1195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9" name="Google Shape;499;p63"/>
          <p:cNvSpPr txBox="1"/>
          <p:nvPr/>
        </p:nvSpPr>
        <p:spPr>
          <a:xfrm>
            <a:off x="3127075" y="1512816"/>
            <a:ext cx="11955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Actors Only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00" name="Google Shape;500;p63"/>
          <p:cNvSpPr txBox="1"/>
          <p:nvPr/>
        </p:nvSpPr>
        <p:spPr>
          <a:xfrm>
            <a:off x="568733" y="2141489"/>
            <a:ext cx="7440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Voola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501" name="Google Shape;501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635" y="3074075"/>
            <a:ext cx="744000" cy="7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63"/>
          <p:cNvSpPr txBox="1"/>
          <p:nvPr/>
        </p:nvSpPr>
        <p:spPr>
          <a:xfrm>
            <a:off x="491633" y="3863875"/>
            <a:ext cx="9318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ClipFix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cxnSp>
        <p:nvCxnSpPr>
          <p:cNvPr id="503" name="Google Shape;503;p63"/>
          <p:cNvCxnSpPr/>
          <p:nvPr/>
        </p:nvCxnSpPr>
        <p:spPr>
          <a:xfrm>
            <a:off x="1559610" y="3446075"/>
            <a:ext cx="1195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4" name="Google Shape;504;p63"/>
          <p:cNvSpPr txBox="1"/>
          <p:nvPr/>
        </p:nvSpPr>
        <p:spPr>
          <a:xfrm>
            <a:off x="3027258" y="3141809"/>
            <a:ext cx="15915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Movie/TV Show Only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05" name="Google Shape;505;p63"/>
          <p:cNvSpPr txBox="1"/>
          <p:nvPr/>
        </p:nvSpPr>
        <p:spPr>
          <a:xfrm>
            <a:off x="1700749" y="1846816"/>
            <a:ext cx="851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[model]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06" name="Google Shape;506;p63"/>
          <p:cNvSpPr txBox="1"/>
          <p:nvPr/>
        </p:nvSpPr>
        <p:spPr>
          <a:xfrm>
            <a:off x="1652810" y="3579200"/>
            <a:ext cx="851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[model]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507" name="Google Shape;507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7799" y="1204051"/>
            <a:ext cx="1656600" cy="9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63" title="images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71800" y="3392037"/>
            <a:ext cx="393350" cy="347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9" name="Google Shape;509;p63"/>
          <p:cNvCxnSpPr/>
          <p:nvPr/>
        </p:nvCxnSpPr>
        <p:spPr>
          <a:xfrm>
            <a:off x="6832725" y="2381250"/>
            <a:ext cx="0" cy="806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0" name="Google Shape;510;p63"/>
          <p:cNvCxnSpPr/>
          <p:nvPr/>
        </p:nvCxnSpPr>
        <p:spPr>
          <a:xfrm>
            <a:off x="6841000" y="3866875"/>
            <a:ext cx="0" cy="558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1" name="Google Shape;511;p63"/>
          <p:cNvSpPr txBox="1"/>
          <p:nvPr/>
        </p:nvSpPr>
        <p:spPr>
          <a:xfrm>
            <a:off x="6096450" y="4471450"/>
            <a:ext cx="1656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Movie/TV Show</a:t>
            </a:r>
            <a:endParaRPr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12" name="Google Shape;512;p63"/>
          <p:cNvSpPr txBox="1"/>
          <p:nvPr/>
        </p:nvSpPr>
        <p:spPr>
          <a:xfrm>
            <a:off x="5127173" y="3349463"/>
            <a:ext cx="851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Actors</a:t>
            </a:r>
            <a:endParaRPr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13" name="Google Shape;513;p63"/>
          <p:cNvSpPr txBox="1"/>
          <p:nvPr/>
        </p:nvSpPr>
        <p:spPr>
          <a:xfrm>
            <a:off x="5861324" y="2523963"/>
            <a:ext cx="851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[model]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14" name="Google Shape;514;p63"/>
          <p:cNvSpPr txBox="1"/>
          <p:nvPr/>
        </p:nvSpPr>
        <p:spPr>
          <a:xfrm>
            <a:off x="6031078" y="3988375"/>
            <a:ext cx="5595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[api]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515" name="Google Shape;515;p63" title="images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13025" y="3388717"/>
            <a:ext cx="393350" cy="34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63" title="images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82348" y="3394522"/>
            <a:ext cx="393350" cy="34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6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5400000">
            <a:off x="8181375" y="3282675"/>
            <a:ext cx="559375" cy="55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6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5400000">
            <a:off x="8181375" y="4230262"/>
            <a:ext cx="559375" cy="559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9" name="Google Shape;519;p63"/>
          <p:cNvCxnSpPr/>
          <p:nvPr/>
        </p:nvCxnSpPr>
        <p:spPr>
          <a:xfrm>
            <a:off x="8385413" y="2724875"/>
            <a:ext cx="9600" cy="427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0" name="Google Shape;520;p63"/>
          <p:cNvSpPr txBox="1"/>
          <p:nvPr/>
        </p:nvSpPr>
        <p:spPr>
          <a:xfrm>
            <a:off x="7873051" y="2048850"/>
            <a:ext cx="1331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Confidence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distributions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21" name="Google Shape;521;p63"/>
          <p:cNvSpPr txBox="1"/>
          <p:nvPr/>
        </p:nvSpPr>
        <p:spPr>
          <a:xfrm>
            <a:off x="4827175" y="1538100"/>
            <a:ext cx="10812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Still/video</a:t>
            </a:r>
            <a:endParaRPr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4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Must Have Requirements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5"/>
          <p:cNvSpPr txBox="1"/>
          <p:nvPr>
            <p:ph idx="4294967295" type="subTitle"/>
          </p:nvPr>
        </p:nvSpPr>
        <p:spPr>
          <a:xfrm>
            <a:off x="538200" y="838610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Video and picture Inputs (F)</a:t>
            </a:r>
            <a:endParaRPr sz="2400"/>
          </a:p>
        </p:txBody>
      </p:sp>
      <p:sp>
        <p:nvSpPr>
          <p:cNvPr id="532" name="Google Shape;532;p65"/>
          <p:cNvSpPr txBox="1"/>
          <p:nvPr>
            <p:ph idx="4294967295" type="subTitle"/>
          </p:nvPr>
        </p:nvSpPr>
        <p:spPr>
          <a:xfrm>
            <a:off x="538200" y="1681706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Handle multiple faces</a:t>
            </a:r>
            <a:r>
              <a:rPr lang="en" sz="2400"/>
              <a:t> (F)</a:t>
            </a:r>
            <a:endParaRPr sz="2400"/>
          </a:p>
        </p:txBody>
      </p:sp>
      <p:sp>
        <p:nvSpPr>
          <p:cNvPr id="533" name="Google Shape;533;p65"/>
          <p:cNvSpPr txBox="1"/>
          <p:nvPr>
            <p:ph idx="4294967295" type="body"/>
          </p:nvPr>
        </p:nvSpPr>
        <p:spPr>
          <a:xfrm>
            <a:off x="538200" y="2049362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should have 3rd party face detection and cropping for both images and videos</a:t>
            </a:r>
            <a:endParaRPr/>
          </a:p>
        </p:txBody>
      </p:sp>
      <p:sp>
        <p:nvSpPr>
          <p:cNvPr id="534" name="Google Shape;534;p65"/>
          <p:cNvSpPr txBox="1"/>
          <p:nvPr>
            <p:ph idx="4294967295" type="subTitle"/>
          </p:nvPr>
        </p:nvSpPr>
        <p:spPr>
          <a:xfrm>
            <a:off x="538200" y="2580283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Actor Identifications</a:t>
            </a:r>
            <a:r>
              <a:rPr lang="en" sz="2400"/>
              <a:t> (F)</a:t>
            </a:r>
            <a:endParaRPr sz="2400"/>
          </a:p>
        </p:txBody>
      </p:sp>
      <p:sp>
        <p:nvSpPr>
          <p:cNvPr id="535" name="Google Shape;535;p65"/>
          <p:cNvSpPr txBox="1"/>
          <p:nvPr>
            <p:ph idx="4294967295" type="body"/>
          </p:nvPr>
        </p:nvSpPr>
        <p:spPr>
          <a:xfrm>
            <a:off x="538200" y="2955679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should recognize actors from the cropped faces</a:t>
            </a:r>
            <a:endParaRPr/>
          </a:p>
        </p:txBody>
      </p:sp>
      <p:sp>
        <p:nvSpPr>
          <p:cNvPr id="536" name="Google Shape;536;p65"/>
          <p:cNvSpPr txBox="1"/>
          <p:nvPr>
            <p:ph idx="4294967295" type="body"/>
          </p:nvPr>
        </p:nvSpPr>
        <p:spPr>
          <a:xfrm>
            <a:off x="538200" y="1224714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should be able to handle pictures and videos that are at most 10 seconds long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6"/>
          <p:cNvSpPr txBox="1"/>
          <p:nvPr>
            <p:ph idx="4294967295" type="subTitle"/>
          </p:nvPr>
        </p:nvSpPr>
        <p:spPr>
          <a:xfrm>
            <a:off x="538200" y="854103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Movie matches through TMDB</a:t>
            </a:r>
            <a:r>
              <a:rPr lang="en" sz="2400"/>
              <a:t> (F)</a:t>
            </a:r>
            <a:endParaRPr sz="2400"/>
          </a:p>
        </p:txBody>
      </p:sp>
      <p:sp>
        <p:nvSpPr>
          <p:cNvPr id="542" name="Google Shape;542;p66"/>
          <p:cNvSpPr txBox="1"/>
          <p:nvPr>
            <p:ph idx="4294967295" type="subTitle"/>
          </p:nvPr>
        </p:nvSpPr>
        <p:spPr>
          <a:xfrm>
            <a:off x="538200" y="1673960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UI Displays predictions and distributions</a:t>
            </a:r>
            <a:r>
              <a:rPr lang="en" sz="2400"/>
              <a:t> (F)</a:t>
            </a:r>
            <a:endParaRPr sz="2400"/>
          </a:p>
        </p:txBody>
      </p:sp>
      <p:sp>
        <p:nvSpPr>
          <p:cNvPr id="543" name="Google Shape;543;p66"/>
          <p:cNvSpPr txBox="1"/>
          <p:nvPr>
            <p:ph idx="4294967295" type="body"/>
          </p:nvPr>
        </p:nvSpPr>
        <p:spPr>
          <a:xfrm>
            <a:off x="538200" y="2049362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UI should display the confidence and distributions of what the top predictions of each actor is</a:t>
            </a:r>
            <a:endParaRPr/>
          </a:p>
        </p:txBody>
      </p:sp>
      <p:sp>
        <p:nvSpPr>
          <p:cNvPr id="544" name="Google Shape;544;p66"/>
          <p:cNvSpPr txBox="1"/>
          <p:nvPr>
            <p:ph idx="4294967295" type="subTitle"/>
          </p:nvPr>
        </p:nvSpPr>
        <p:spPr>
          <a:xfrm>
            <a:off x="538200" y="2588029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UI should be easy to use</a:t>
            </a:r>
            <a:r>
              <a:rPr lang="en" sz="2400"/>
              <a:t> (NF)</a:t>
            </a:r>
            <a:endParaRPr sz="2400"/>
          </a:p>
        </p:txBody>
      </p:sp>
      <p:sp>
        <p:nvSpPr>
          <p:cNvPr id="545" name="Google Shape;545;p66"/>
          <p:cNvSpPr txBox="1"/>
          <p:nvPr>
            <p:ph idx="4294967295" type="body"/>
          </p:nvPr>
        </p:nvSpPr>
        <p:spPr>
          <a:xfrm>
            <a:off x="538200" y="2955679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should be easy to use and self explanatory</a:t>
            </a:r>
            <a:endParaRPr/>
          </a:p>
        </p:txBody>
      </p:sp>
      <p:sp>
        <p:nvSpPr>
          <p:cNvPr id="546" name="Google Shape;546;p66"/>
          <p:cNvSpPr txBox="1"/>
          <p:nvPr>
            <p:ph idx="4294967295" type="body"/>
          </p:nvPr>
        </p:nvSpPr>
        <p:spPr>
          <a:xfrm>
            <a:off x="538200" y="1224714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 should search TMDB for movies that these actors were together in and display them</a:t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7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Nice to Have Requirements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8"/>
          <p:cNvSpPr txBox="1"/>
          <p:nvPr>
            <p:ph idx="4294967295" type="subTitle"/>
          </p:nvPr>
        </p:nvSpPr>
        <p:spPr>
          <a:xfrm>
            <a:off x="538200" y="854103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High accuracy (NF)</a:t>
            </a:r>
            <a:endParaRPr sz="2400"/>
          </a:p>
        </p:txBody>
      </p:sp>
      <p:sp>
        <p:nvSpPr>
          <p:cNvPr id="557" name="Google Shape;557;p68"/>
          <p:cNvSpPr txBox="1"/>
          <p:nvPr>
            <p:ph idx="4294967295" type="subTitle"/>
          </p:nvPr>
        </p:nvSpPr>
        <p:spPr>
          <a:xfrm>
            <a:off x="538200" y="1681706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Low latency  (NF)</a:t>
            </a:r>
            <a:endParaRPr sz="2400"/>
          </a:p>
        </p:txBody>
      </p:sp>
      <p:sp>
        <p:nvSpPr>
          <p:cNvPr id="558" name="Google Shape;558;p68"/>
          <p:cNvSpPr txBox="1"/>
          <p:nvPr>
            <p:ph idx="4294967295" type="body"/>
          </p:nvPr>
        </p:nvSpPr>
        <p:spPr>
          <a:xfrm>
            <a:off x="538200" y="2049362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&lt;20 seconds per face </a:t>
            </a:r>
            <a:endParaRPr sz="1000"/>
          </a:p>
        </p:txBody>
      </p:sp>
      <p:sp>
        <p:nvSpPr>
          <p:cNvPr id="559" name="Google Shape;559;p68"/>
          <p:cNvSpPr txBox="1"/>
          <p:nvPr>
            <p:ph idx="4294967295" type="subTitle"/>
          </p:nvPr>
        </p:nvSpPr>
        <p:spPr>
          <a:xfrm>
            <a:off x="538200" y="2588029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Can handle longer videos  (NF)</a:t>
            </a:r>
            <a:endParaRPr sz="2400"/>
          </a:p>
        </p:txBody>
      </p:sp>
      <p:sp>
        <p:nvSpPr>
          <p:cNvPr id="560" name="Google Shape;560;p68"/>
          <p:cNvSpPr txBox="1"/>
          <p:nvPr>
            <p:ph idx="4294967295" type="body"/>
          </p:nvPr>
        </p:nvSpPr>
        <p:spPr>
          <a:xfrm>
            <a:off x="538200" y="2955679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handle videos &lt;30 seconds long</a:t>
            </a:r>
            <a:endParaRPr/>
          </a:p>
        </p:txBody>
      </p:sp>
      <p:sp>
        <p:nvSpPr>
          <p:cNvPr id="561" name="Google Shape;561;p68"/>
          <p:cNvSpPr txBox="1"/>
          <p:nvPr>
            <p:ph idx="4294967295" type="subTitle"/>
          </p:nvPr>
        </p:nvSpPr>
        <p:spPr>
          <a:xfrm>
            <a:off x="538200" y="3563976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UI improvements  (NF)</a:t>
            </a:r>
            <a:endParaRPr sz="2400"/>
          </a:p>
        </p:txBody>
      </p:sp>
      <p:sp>
        <p:nvSpPr>
          <p:cNvPr id="562" name="Google Shape;562;p68"/>
          <p:cNvSpPr txBox="1"/>
          <p:nvPr>
            <p:ph idx="4294967295" type="body"/>
          </p:nvPr>
        </p:nvSpPr>
        <p:spPr>
          <a:xfrm>
            <a:off x="538200" y="3923879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Allow users to hover over faces to see confidence distribution per face</a:t>
            </a:r>
            <a:endParaRPr/>
          </a:p>
        </p:txBody>
      </p:sp>
      <p:sp>
        <p:nvSpPr>
          <p:cNvPr id="563" name="Google Shape;563;p68"/>
          <p:cNvSpPr txBox="1"/>
          <p:nvPr>
            <p:ph idx="4294967295" type="body"/>
          </p:nvPr>
        </p:nvSpPr>
        <p:spPr>
          <a:xfrm>
            <a:off x="538200" y="1224714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We want to have &gt;80% accuracy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9"/>
          <p:cNvSpPr txBox="1"/>
          <p:nvPr>
            <p:ph idx="4294967295" type="subTitle"/>
          </p:nvPr>
        </p:nvSpPr>
        <p:spPr>
          <a:xfrm>
            <a:off x="538200" y="854103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Parse video from links  (F)</a:t>
            </a:r>
            <a:endParaRPr sz="2400"/>
          </a:p>
        </p:txBody>
      </p:sp>
      <p:sp>
        <p:nvSpPr>
          <p:cNvPr id="569" name="Google Shape;569;p69"/>
          <p:cNvSpPr txBox="1"/>
          <p:nvPr>
            <p:ph idx="4294967295" type="subTitle"/>
          </p:nvPr>
        </p:nvSpPr>
        <p:spPr>
          <a:xfrm>
            <a:off x="538200" y="1681706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Actor age identification (F)</a:t>
            </a:r>
            <a:endParaRPr sz="2400"/>
          </a:p>
        </p:txBody>
      </p:sp>
      <p:sp>
        <p:nvSpPr>
          <p:cNvPr id="570" name="Google Shape;570;p69"/>
          <p:cNvSpPr txBox="1"/>
          <p:nvPr>
            <p:ph idx="4294967295" type="body"/>
          </p:nvPr>
        </p:nvSpPr>
        <p:spPr>
          <a:xfrm>
            <a:off x="538200" y="2069260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Model accounts for actor ages to make movie prediction more accurate</a:t>
            </a:r>
            <a:endParaRPr sz="1000"/>
          </a:p>
        </p:txBody>
      </p:sp>
      <p:sp>
        <p:nvSpPr>
          <p:cNvPr id="571" name="Google Shape;571;p69"/>
          <p:cNvSpPr txBox="1"/>
          <p:nvPr>
            <p:ph idx="4294967295" type="subTitle"/>
          </p:nvPr>
        </p:nvSpPr>
        <p:spPr>
          <a:xfrm>
            <a:off x="538200" y="2588029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Predict movies based on high confidence results (F)</a:t>
            </a:r>
            <a:endParaRPr sz="2400"/>
          </a:p>
        </p:txBody>
      </p:sp>
      <p:sp>
        <p:nvSpPr>
          <p:cNvPr id="572" name="Google Shape;572;p69"/>
          <p:cNvSpPr txBox="1"/>
          <p:nvPr>
            <p:ph idx="4294967295" type="body"/>
          </p:nvPr>
        </p:nvSpPr>
        <p:spPr>
          <a:xfrm>
            <a:off x="538200" y="2955679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Only use actors predicted for the movie search if the confidence is high enough (80%)</a:t>
            </a:r>
            <a:endParaRPr/>
          </a:p>
        </p:txBody>
      </p:sp>
      <p:sp>
        <p:nvSpPr>
          <p:cNvPr id="573" name="Google Shape;573;p69"/>
          <p:cNvSpPr txBox="1"/>
          <p:nvPr>
            <p:ph idx="4294967295" type="body"/>
          </p:nvPr>
        </p:nvSpPr>
        <p:spPr>
          <a:xfrm>
            <a:off x="538200" y="1224714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Can input timestamps and a link to splice a video to input. I.e. using youtube videos with time stamps</a:t>
            </a:r>
            <a:endParaRPr sz="1000"/>
          </a:p>
        </p:txBody>
      </p:sp>
      <p:sp>
        <p:nvSpPr>
          <p:cNvPr id="574" name="Google Shape;574;p69"/>
          <p:cNvSpPr txBox="1"/>
          <p:nvPr>
            <p:ph idx="4294967295" type="subTitle"/>
          </p:nvPr>
        </p:nvSpPr>
        <p:spPr>
          <a:xfrm>
            <a:off x="538200" y="3556229"/>
            <a:ext cx="8067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UI shows distribution chart of top 5-10 predictions (F)</a:t>
            </a:r>
            <a:endParaRPr sz="2400"/>
          </a:p>
        </p:txBody>
      </p:sp>
      <p:sp>
        <p:nvSpPr>
          <p:cNvPr id="575" name="Google Shape;575;p69"/>
          <p:cNvSpPr txBox="1"/>
          <p:nvPr>
            <p:ph idx="4294967295" type="body"/>
          </p:nvPr>
        </p:nvSpPr>
        <p:spPr>
          <a:xfrm>
            <a:off x="538200" y="3923879"/>
            <a:ext cx="80676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output shows the distributions of confidence per face for the top 5-10 predicted actors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0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71"/>
          <p:cNvSpPr txBox="1"/>
          <p:nvPr>
            <p:ph idx="1" type="body"/>
          </p:nvPr>
        </p:nvSpPr>
        <p:spPr>
          <a:xfrm>
            <a:off x="366725" y="1759098"/>
            <a:ext cx="3838500" cy="8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large IMDB image dataset with over 500,000+ images.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Contains age labels of actors and photo date, too.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900">
                <a:solidFill>
                  <a:srgbClr val="0B6374"/>
                </a:solidFill>
              </a:rPr>
              <a:t>[</a:t>
            </a:r>
            <a:r>
              <a:rPr lang="en" sz="900" u="sng">
                <a:solidFill>
                  <a:srgbClr val="0B6374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 Set Link</a:t>
            </a:r>
            <a:r>
              <a:rPr lang="en" sz="900">
                <a:solidFill>
                  <a:srgbClr val="0B6374"/>
                </a:solidFill>
              </a:rPr>
              <a:t>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B6374"/>
              </a:solidFill>
            </a:endParaRPr>
          </a:p>
        </p:txBody>
      </p:sp>
      <p:sp>
        <p:nvSpPr>
          <p:cNvPr id="586" name="Google Shape;586;p71"/>
          <p:cNvSpPr txBox="1"/>
          <p:nvPr>
            <p:ph idx="4" type="body"/>
          </p:nvPr>
        </p:nvSpPr>
        <p:spPr>
          <a:xfrm>
            <a:off x="321200" y="3568800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dataset of ~265 A-list </a:t>
            </a:r>
            <a:r>
              <a:rPr lang="en"/>
              <a:t>celebrities with ~80-100 images of each.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Covers more popular actors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900" u="sng">
                <a:solidFill>
                  <a:srgbClr val="0B6374"/>
                </a:solidFill>
              </a:rPr>
              <a:t>[</a:t>
            </a:r>
            <a:r>
              <a:rPr lang="en" sz="900" u="sng">
                <a:solidFill>
                  <a:srgbClr val="0B6374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 Set Link</a:t>
            </a:r>
            <a:r>
              <a:rPr lang="en" sz="900" u="sng">
                <a:solidFill>
                  <a:srgbClr val="0B6374"/>
                </a:solidFill>
              </a:rPr>
              <a:t>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0B637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/>
          </a:p>
        </p:txBody>
      </p:sp>
      <p:sp>
        <p:nvSpPr>
          <p:cNvPr id="587" name="Google Shape;587;p7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Datasets</a:t>
            </a:r>
            <a:endParaRPr/>
          </a:p>
        </p:txBody>
      </p:sp>
      <p:sp>
        <p:nvSpPr>
          <p:cNvPr id="588" name="Google Shape;588;p7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IMDB-Wiki</a:t>
            </a:r>
            <a:endParaRPr/>
          </a:p>
        </p:txBody>
      </p:sp>
      <p:sp>
        <p:nvSpPr>
          <p:cNvPr id="589" name="Google Shape;589;p71"/>
          <p:cNvSpPr txBox="1"/>
          <p:nvPr>
            <p:ph idx="7" type="subTitle"/>
          </p:nvPr>
        </p:nvSpPr>
        <p:spPr>
          <a:xfrm>
            <a:off x="321200" y="3087600"/>
            <a:ext cx="4060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</a:t>
            </a:r>
            <a:r>
              <a:rPr lang="en"/>
              <a:t>acescrub</a:t>
            </a:r>
            <a:endParaRPr b="1" sz="2700">
              <a:solidFill>
                <a:srgbClr val="20212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71"/>
          <p:cNvSpPr txBox="1"/>
          <p:nvPr>
            <p:ph idx="1" type="body"/>
          </p:nvPr>
        </p:nvSpPr>
        <p:spPr>
          <a:xfrm>
            <a:off x="4793750" y="1878373"/>
            <a:ext cx="3838500" cy="8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dataset with ~38,000 facial images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Contains age and gender labels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900" u="sng">
                <a:solidFill>
                  <a:srgbClr val="0B6374"/>
                </a:solidFill>
              </a:rPr>
              <a:t>[</a:t>
            </a:r>
            <a:r>
              <a:rPr lang="en" sz="900" u="sng">
                <a:solidFill>
                  <a:srgbClr val="0B6374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 Set Link</a:t>
            </a:r>
            <a:r>
              <a:rPr lang="en" sz="900" u="sng">
                <a:solidFill>
                  <a:srgbClr val="0B6374"/>
                </a:solidFill>
              </a:rPr>
              <a:t>]</a:t>
            </a:r>
            <a:endParaRPr/>
          </a:p>
        </p:txBody>
      </p:sp>
      <p:sp>
        <p:nvSpPr>
          <p:cNvPr id="591" name="Google Shape;591;p71"/>
          <p:cNvSpPr txBox="1"/>
          <p:nvPr>
            <p:ph idx="5" type="subTitle"/>
          </p:nvPr>
        </p:nvSpPr>
        <p:spPr>
          <a:xfrm>
            <a:off x="4793788" y="1397182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Adience</a:t>
            </a:r>
            <a:endParaRPr b="1" sz="2700">
              <a:solidFill>
                <a:srgbClr val="20212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71"/>
          <p:cNvSpPr txBox="1"/>
          <p:nvPr>
            <p:ph idx="4" type="body"/>
          </p:nvPr>
        </p:nvSpPr>
        <p:spPr>
          <a:xfrm>
            <a:off x="4718400" y="3676474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dataset of ~200,000 images of ~10,000 unique actors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Facial attribute labels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900" u="sng">
                <a:solidFill>
                  <a:srgbClr val="0B6374"/>
                </a:solidFill>
              </a:rPr>
              <a:t>[</a:t>
            </a:r>
            <a:r>
              <a:rPr lang="en" sz="900" u="sng">
                <a:solidFill>
                  <a:srgbClr val="0B6374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 Set Link</a:t>
            </a:r>
            <a:r>
              <a:rPr lang="en" sz="900" u="sng">
                <a:solidFill>
                  <a:srgbClr val="0B6374"/>
                </a:solidFill>
              </a:rPr>
              <a:t>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B637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/>
          </a:p>
        </p:txBody>
      </p:sp>
      <p:sp>
        <p:nvSpPr>
          <p:cNvPr id="593" name="Google Shape;593;p71"/>
          <p:cNvSpPr txBox="1"/>
          <p:nvPr>
            <p:ph idx="7" type="subTitle"/>
          </p:nvPr>
        </p:nvSpPr>
        <p:spPr>
          <a:xfrm>
            <a:off x="4718400" y="3195274"/>
            <a:ext cx="4060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CelebFaces Attributes (CelebA)</a:t>
            </a:r>
            <a:endParaRPr b="1" sz="2700">
              <a:solidFill>
                <a:srgbClr val="20212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72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Overview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Train a </a:t>
            </a:r>
            <a:r>
              <a:rPr b="1" lang="en"/>
              <a:t>multi-output </a:t>
            </a:r>
            <a:r>
              <a:rPr lang="en"/>
              <a:t>model ourselves to output both actors and age to use to query possible movies/TV shows.</a:t>
            </a:r>
            <a:endParaRPr baseline="30000"/>
          </a:p>
        </p:txBody>
      </p:sp>
      <p:sp>
        <p:nvSpPr>
          <p:cNvPr id="604" name="Google Shape;604;p73"/>
          <p:cNvSpPr txBox="1"/>
          <p:nvPr>
            <p:ph idx="2" type="body"/>
          </p:nvPr>
        </p:nvSpPr>
        <p:spPr>
          <a:xfrm>
            <a:off x="4916838" y="2243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</a:t>
            </a:r>
            <a:r>
              <a:rPr b="1" lang="en"/>
              <a:t>multi-class</a:t>
            </a:r>
            <a:r>
              <a:rPr lang="en"/>
              <a:t> model for actor identification only and use existing Deepface model for age recognition.</a:t>
            </a:r>
            <a:endParaRPr/>
          </a:p>
        </p:txBody>
      </p:sp>
      <p:sp>
        <p:nvSpPr>
          <p:cNvPr id="605" name="Google Shape;605;p73"/>
          <p:cNvSpPr txBox="1"/>
          <p:nvPr>
            <p:ph idx="4" type="body"/>
          </p:nvPr>
        </p:nvSpPr>
        <p:spPr>
          <a:xfrm>
            <a:off x="321200" y="3568800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existing DeepFace models, and train to compare faces against the database we currently have</a:t>
            </a:r>
            <a:endParaRPr/>
          </a:p>
        </p:txBody>
      </p:sp>
      <p:sp>
        <p:nvSpPr>
          <p:cNvPr id="606" name="Google Shape;606;p7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We’re Considering</a:t>
            </a:r>
            <a:endParaRPr/>
          </a:p>
        </p:txBody>
      </p:sp>
      <p:sp>
        <p:nvSpPr>
          <p:cNvPr id="607" name="Google Shape;607;p7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Multi-output Classification</a:t>
            </a:r>
            <a:endParaRPr/>
          </a:p>
        </p:txBody>
      </p:sp>
      <p:sp>
        <p:nvSpPr>
          <p:cNvPr id="608" name="Google Shape;608;p73"/>
          <p:cNvSpPr txBox="1"/>
          <p:nvPr>
            <p:ph idx="6" type="subTitle"/>
          </p:nvPr>
        </p:nvSpPr>
        <p:spPr>
          <a:xfrm>
            <a:off x="4916850" y="1761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DeepFace for Age Recognition</a:t>
            </a:r>
            <a:endParaRPr/>
          </a:p>
        </p:txBody>
      </p:sp>
      <p:sp>
        <p:nvSpPr>
          <p:cNvPr id="609" name="Google Shape;609;p73"/>
          <p:cNvSpPr txBox="1"/>
          <p:nvPr>
            <p:ph idx="7" type="subTitle"/>
          </p:nvPr>
        </p:nvSpPr>
        <p:spPr>
          <a:xfrm>
            <a:off x="321200" y="3087600"/>
            <a:ext cx="4060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DeepFace for Age &amp; Comparison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74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75"/>
          <p:cNvSpPr txBox="1"/>
          <p:nvPr>
            <p:ph idx="2" type="subTitle"/>
          </p:nvPr>
        </p:nvSpPr>
        <p:spPr>
          <a:xfrm>
            <a:off x="228600" y="3986772"/>
            <a:ext cx="3541500" cy="984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Timeline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0" name="Google Shape;620;p75"/>
          <p:cNvSpPr/>
          <p:nvPr/>
        </p:nvSpPr>
        <p:spPr>
          <a:xfrm>
            <a:off x="3504281" y="1606225"/>
            <a:ext cx="2135400" cy="15285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21" name="Google Shape;621;p75"/>
          <p:cNvSpPr/>
          <p:nvPr/>
        </p:nvSpPr>
        <p:spPr>
          <a:xfrm>
            <a:off x="1977792" y="1884025"/>
            <a:ext cx="1359600" cy="9729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22" name="Google Shape;622;p75"/>
          <p:cNvSpPr/>
          <p:nvPr/>
        </p:nvSpPr>
        <p:spPr>
          <a:xfrm>
            <a:off x="5806620" y="1803325"/>
            <a:ext cx="1584600" cy="11343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23" name="Google Shape;623;p75"/>
          <p:cNvSpPr/>
          <p:nvPr/>
        </p:nvSpPr>
        <p:spPr>
          <a:xfrm>
            <a:off x="7558137" y="1884025"/>
            <a:ext cx="1359600" cy="9729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24" name="Google Shape;624;p75"/>
          <p:cNvSpPr/>
          <p:nvPr/>
        </p:nvSpPr>
        <p:spPr>
          <a:xfrm rot="-5400000">
            <a:off x="1207762" y="2767945"/>
            <a:ext cx="640625" cy="1215649"/>
          </a:xfrm>
          <a:custGeom>
            <a:rect b="b" l="l" r="r" t="t"/>
            <a:pathLst>
              <a:path extrusionOk="0" h="54264" w="57727">
                <a:moveTo>
                  <a:pt x="0" y="54264"/>
                </a:moveTo>
                <a:lnTo>
                  <a:pt x="0" y="0"/>
                </a:lnTo>
                <a:lnTo>
                  <a:pt x="57727" y="0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25" name="Google Shape;625;p75"/>
          <p:cNvSpPr/>
          <p:nvPr/>
        </p:nvSpPr>
        <p:spPr>
          <a:xfrm rot="5400000">
            <a:off x="1730725" y="901190"/>
            <a:ext cx="749296" cy="1054892"/>
          </a:xfrm>
          <a:custGeom>
            <a:rect b="b" l="l" r="r" t="t"/>
            <a:pathLst>
              <a:path extrusionOk="0" h="54264" w="57727">
                <a:moveTo>
                  <a:pt x="0" y="54264"/>
                </a:moveTo>
                <a:lnTo>
                  <a:pt x="0" y="0"/>
                </a:lnTo>
                <a:lnTo>
                  <a:pt x="57727" y="0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26" name="Google Shape;626;p75"/>
          <p:cNvSpPr/>
          <p:nvPr/>
        </p:nvSpPr>
        <p:spPr>
          <a:xfrm rot="5400000">
            <a:off x="3407815" y="368320"/>
            <a:ext cx="1118028" cy="1054892"/>
          </a:xfrm>
          <a:custGeom>
            <a:rect b="b" l="l" r="r" t="t"/>
            <a:pathLst>
              <a:path extrusionOk="0" h="54264" w="57727">
                <a:moveTo>
                  <a:pt x="0" y="54264"/>
                </a:moveTo>
                <a:lnTo>
                  <a:pt x="0" y="0"/>
                </a:lnTo>
                <a:lnTo>
                  <a:pt x="57727" y="0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27" name="Google Shape;627;p75"/>
          <p:cNvSpPr/>
          <p:nvPr/>
        </p:nvSpPr>
        <p:spPr>
          <a:xfrm rot="5400000">
            <a:off x="5801288" y="869149"/>
            <a:ext cx="893037" cy="815588"/>
          </a:xfrm>
          <a:custGeom>
            <a:rect b="b" l="l" r="r" t="t"/>
            <a:pathLst>
              <a:path extrusionOk="0" h="54264" w="57727">
                <a:moveTo>
                  <a:pt x="0" y="54264"/>
                </a:moveTo>
                <a:lnTo>
                  <a:pt x="0" y="0"/>
                </a:lnTo>
                <a:lnTo>
                  <a:pt x="57727" y="0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28" name="Google Shape;628;p75"/>
          <p:cNvSpPr/>
          <p:nvPr/>
        </p:nvSpPr>
        <p:spPr>
          <a:xfrm flipH="1" rot="5400000">
            <a:off x="7423471" y="3068366"/>
            <a:ext cx="938064" cy="755355"/>
          </a:xfrm>
          <a:custGeom>
            <a:rect b="b" l="l" r="r" t="t"/>
            <a:pathLst>
              <a:path extrusionOk="0" h="54264" w="57727">
                <a:moveTo>
                  <a:pt x="0" y="54264"/>
                </a:moveTo>
                <a:lnTo>
                  <a:pt x="0" y="0"/>
                </a:lnTo>
                <a:lnTo>
                  <a:pt x="57727" y="0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29" name="Google Shape;629;p75"/>
          <p:cNvSpPr txBox="1"/>
          <p:nvPr/>
        </p:nvSpPr>
        <p:spPr>
          <a:xfrm>
            <a:off x="310575" y="830425"/>
            <a:ext cx="13863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Stage 2</a:t>
            </a:r>
            <a:endParaRPr sz="18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30" name="Google Shape;630;p75"/>
          <p:cNvSpPr txBox="1"/>
          <p:nvPr/>
        </p:nvSpPr>
        <p:spPr>
          <a:xfrm>
            <a:off x="2218175" y="3526850"/>
            <a:ext cx="1215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Stage 1</a:t>
            </a:r>
            <a:endParaRPr sz="18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31" name="Google Shape;631;p75"/>
          <p:cNvSpPr txBox="1"/>
          <p:nvPr/>
        </p:nvSpPr>
        <p:spPr>
          <a:xfrm>
            <a:off x="2323925" y="152450"/>
            <a:ext cx="11154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Stage 3</a:t>
            </a:r>
            <a:endParaRPr sz="18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32" name="Google Shape;632;p75"/>
          <p:cNvSpPr txBox="1"/>
          <p:nvPr/>
        </p:nvSpPr>
        <p:spPr>
          <a:xfrm>
            <a:off x="4724600" y="636300"/>
            <a:ext cx="11154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Stage 4</a:t>
            </a:r>
            <a:endParaRPr sz="18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33" name="Google Shape;633;p75"/>
          <p:cNvSpPr txBox="1"/>
          <p:nvPr/>
        </p:nvSpPr>
        <p:spPr>
          <a:xfrm>
            <a:off x="6399425" y="3712050"/>
            <a:ext cx="11154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Stage</a:t>
            </a:r>
            <a:r>
              <a:rPr lang="en" sz="1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5</a:t>
            </a:r>
            <a:endParaRPr sz="18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34" name="Google Shape;634;p75"/>
          <p:cNvSpPr txBox="1"/>
          <p:nvPr/>
        </p:nvSpPr>
        <p:spPr>
          <a:xfrm>
            <a:off x="2165288" y="2065525"/>
            <a:ext cx="9846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Assign workload and branch off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35" name="Google Shape;635;p75"/>
          <p:cNvSpPr txBox="1"/>
          <p:nvPr/>
        </p:nvSpPr>
        <p:spPr>
          <a:xfrm>
            <a:off x="3741325" y="2065525"/>
            <a:ext cx="15384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Evaluating and merging given </a:t>
            </a: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workload</a:t>
            </a: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36" name="Google Shape;636;p75"/>
          <p:cNvSpPr txBox="1"/>
          <p:nvPr/>
        </p:nvSpPr>
        <p:spPr>
          <a:xfrm>
            <a:off x="5991088" y="2171800"/>
            <a:ext cx="1215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Polishing Model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37" name="Google Shape;637;p75"/>
          <p:cNvSpPr txBox="1"/>
          <p:nvPr/>
        </p:nvSpPr>
        <p:spPr>
          <a:xfrm>
            <a:off x="7710525" y="2152375"/>
            <a:ext cx="10548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Finalizing our Demo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38" name="Google Shape;638;p75"/>
          <p:cNvSpPr/>
          <p:nvPr/>
        </p:nvSpPr>
        <p:spPr>
          <a:xfrm>
            <a:off x="323937" y="1884025"/>
            <a:ext cx="1359600" cy="9729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39" name="Google Shape;639;p75"/>
          <p:cNvSpPr txBox="1"/>
          <p:nvPr/>
        </p:nvSpPr>
        <p:spPr>
          <a:xfrm>
            <a:off x="228675" y="1923925"/>
            <a:ext cx="1468200" cy="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Research</a:t>
            </a:r>
            <a:endParaRPr b="1"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ublic Sans"/>
              <a:buChar char="-"/>
            </a:pPr>
            <a:r>
              <a:rPr lang="en" sz="9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Requirements</a:t>
            </a:r>
            <a:endParaRPr sz="9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ublic Sans"/>
              <a:buChar char="-"/>
            </a:pPr>
            <a:r>
              <a:rPr lang="en" sz="9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Trade offs</a:t>
            </a:r>
            <a:endParaRPr sz="9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ublic Sans"/>
              <a:buChar char="-"/>
            </a:pPr>
            <a:r>
              <a:rPr lang="en" sz="9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Libraries</a:t>
            </a:r>
            <a:endParaRPr sz="9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ublic Sans"/>
              <a:buChar char="-"/>
            </a:pPr>
            <a:r>
              <a:rPr lang="en" sz="9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ML Model</a:t>
            </a:r>
            <a:endParaRPr sz="9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76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76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76"/>
          <p:cNvSpPr txBox="1"/>
          <p:nvPr>
            <p:ph type="title"/>
          </p:nvPr>
        </p:nvSpPr>
        <p:spPr>
          <a:xfrm>
            <a:off x="398075" y="365350"/>
            <a:ext cx="7447200" cy="16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listening!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New Employee Orientation &amp; Training">
  <a:themeElements>
    <a:clrScheme name="Simple Light">
      <a:dk1>
        <a:srgbClr val="000000"/>
      </a:dk1>
      <a:lt1>
        <a:srgbClr val="FBF8F4"/>
      </a:lt1>
      <a:dk2>
        <a:srgbClr val="4B917D"/>
      </a:dk2>
      <a:lt2>
        <a:srgbClr val="DAFEA4"/>
      </a:lt2>
      <a:accent1>
        <a:srgbClr val="A0C7FE"/>
      </a:accent1>
      <a:accent2>
        <a:srgbClr val="E0E0E0"/>
      </a:accent2>
      <a:accent3>
        <a:srgbClr val="BDE6DB"/>
      </a:accent3>
      <a:accent4>
        <a:srgbClr val="F7FDD7"/>
      </a:accent4>
      <a:accent5>
        <a:srgbClr val="FFFFFF"/>
      </a:accent5>
      <a:accent6>
        <a:srgbClr val="3F8BA5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